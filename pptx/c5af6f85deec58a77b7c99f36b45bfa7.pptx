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046" r:id="rId6"/>
    <p:sldMasterId id="2147484314" r:id="rId7"/>
    <p:sldMasterId id="2147484344" r:id="rId8"/>
  </p:sldMasterIdLst>
  <p:notesMasterIdLst>
    <p:notesMasterId r:id="rId14"/>
  </p:notesMasterIdLst>
  <p:handoutMasterIdLst>
    <p:handoutMasterId r:id="rId15"/>
  </p:handoutMasterIdLst>
  <p:sldIdLst>
    <p:sldId id="257" r:id="rId9"/>
    <p:sldId id="874" r:id="rId10"/>
    <p:sldId id="1285" r:id="rId11"/>
    <p:sldId id="841" r:id="rId12"/>
    <p:sldId id="878" r:id="rId13"/>
  </p:sldIdLst>
  <p:sldSz cx="12192000" cy="6858000"/>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charset="-128"/>
        <a:cs typeface="+mn-cs"/>
      </a:defRPr>
    </a:lvl1pPr>
    <a:lvl2pPr marL="457200" algn="l" rtl="0" fontAlgn="base">
      <a:spcBef>
        <a:spcPct val="0"/>
      </a:spcBef>
      <a:spcAft>
        <a:spcPct val="0"/>
      </a:spcAft>
      <a:defRPr kern="1200">
        <a:solidFill>
          <a:schemeClr val="tx1"/>
        </a:solidFill>
        <a:latin typeface="Arial" charset="0"/>
        <a:ea typeface="ＭＳ Ｐゴシック" charset="-128"/>
        <a:cs typeface="+mn-cs"/>
      </a:defRPr>
    </a:lvl2pPr>
    <a:lvl3pPr marL="914400" algn="l" rtl="0" fontAlgn="base">
      <a:spcBef>
        <a:spcPct val="0"/>
      </a:spcBef>
      <a:spcAft>
        <a:spcPct val="0"/>
      </a:spcAft>
      <a:defRPr kern="1200">
        <a:solidFill>
          <a:schemeClr val="tx1"/>
        </a:solidFill>
        <a:latin typeface="Arial" charset="0"/>
        <a:ea typeface="ＭＳ Ｐゴシック" charset="-128"/>
        <a:cs typeface="+mn-cs"/>
      </a:defRPr>
    </a:lvl3pPr>
    <a:lvl4pPr marL="1371600" algn="l" rtl="0" fontAlgn="base">
      <a:spcBef>
        <a:spcPct val="0"/>
      </a:spcBef>
      <a:spcAft>
        <a:spcPct val="0"/>
      </a:spcAft>
      <a:defRPr kern="1200">
        <a:solidFill>
          <a:schemeClr val="tx1"/>
        </a:solidFill>
        <a:latin typeface="Arial" charset="0"/>
        <a:ea typeface="ＭＳ Ｐゴシック" charset="-128"/>
        <a:cs typeface="+mn-cs"/>
      </a:defRPr>
    </a:lvl4pPr>
    <a:lvl5pPr marL="1828800" algn="l" rtl="0" fontAlgn="base">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871"/>
    <a:srgbClr val="000000"/>
    <a:srgbClr val="094875"/>
    <a:srgbClr val="17375E"/>
    <a:srgbClr val="7A1AC9"/>
    <a:srgbClr val="558ED5"/>
    <a:srgbClr val="005C98"/>
    <a:srgbClr val="4E7601"/>
    <a:srgbClr val="920204"/>
    <a:srgbClr val="7600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97" autoAdjust="0"/>
    <p:restoredTop sz="86124" autoAdjust="0"/>
  </p:normalViewPr>
  <p:slideViewPr>
    <p:cSldViewPr snapToGrid="0">
      <p:cViewPr varScale="1">
        <p:scale>
          <a:sx n="113" d="100"/>
          <a:sy n="113" d="100"/>
        </p:scale>
        <p:origin x="200" y="800"/>
      </p:cViewPr>
      <p:guideLst>
        <p:guide orient="horz" pos="2160"/>
        <p:guide pos="3840"/>
      </p:guideLst>
    </p:cSldViewPr>
  </p:slideViewPr>
  <p:notesTextViewPr>
    <p:cViewPr>
      <p:scale>
        <a:sx n="100" d="100"/>
        <a:sy n="100" d="100"/>
      </p:scale>
      <p:origin x="0" y="0"/>
    </p:cViewPr>
  </p:notesTextViewPr>
  <p:sorterViewPr>
    <p:cViewPr>
      <p:scale>
        <a:sx n="150" d="100"/>
        <a:sy n="150" d="100"/>
      </p:scale>
      <p:origin x="0" y="-7968"/>
    </p:cViewPr>
  </p:sorterViewPr>
  <p:notesViewPr>
    <p:cSldViewPr snapToGrid="0" snapToObjects="1">
      <p:cViewPr varScale="1">
        <p:scale>
          <a:sx n="56" d="100"/>
          <a:sy n="56" d="100"/>
        </p:scale>
        <p:origin x="2838"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3.xml"/><Relationship Id="rId13" Type="http://schemas.openxmlformats.org/officeDocument/2006/relationships/slide" Target="slides/slide5.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Master" Target="slideMasters/slideMaster2.xml"/><Relationship Id="rId12" Type="http://schemas.openxmlformats.org/officeDocument/2006/relationships/slide" Target="slides/slide4.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3.xml"/><Relationship Id="rId5" Type="http://schemas.openxmlformats.org/officeDocument/2006/relationships/customXml" Target="../customXml/item5.xml"/><Relationship Id="rId15" Type="http://schemas.openxmlformats.org/officeDocument/2006/relationships/handoutMaster" Target="handoutMasters/handoutMaster1.xml"/><Relationship Id="rId10" Type="http://schemas.openxmlformats.org/officeDocument/2006/relationships/slide" Target="slides/slide2.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Users/streiffer/Desktop/Desktop%20Files/APS%20ALD/APS%20Presentations%20and%20Info/APS%20Disciplines%202006%20to%202018.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Users/streiffer/Desktop/Desktop%20Files/APS%20ALD/APS%20Presentations%20and%20Info/APS%20Disciplines%202006%20to%202018.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1255415149719105E-2"/>
          <c:y val="3.3129459734964298E-2"/>
          <c:w val="0.869542075889707"/>
          <c:h val="0.423548203263583"/>
        </c:manualLayout>
      </c:layout>
      <c:barChart>
        <c:barDir val="col"/>
        <c:grouping val="stacked"/>
        <c:varyColors val="0"/>
        <c:ser>
          <c:idx val="0"/>
          <c:order val="0"/>
          <c:tx>
            <c:strRef>
              <c:f>Sheet2!$A$20</c:f>
              <c:strCache>
                <c:ptCount val="1"/>
                <c:pt idx="0">
                  <c:v>Biological and life sciences</c:v>
                </c:pt>
              </c:strCache>
            </c:strRef>
          </c:tx>
          <c:spPr>
            <a:solidFill>
              <a:schemeClr val="accent1"/>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Sheet2!$B$20:$N$20</c:f>
              <c:numCache>
                <c:formatCode>#,##0</c:formatCode>
                <c:ptCount val="13"/>
                <c:pt idx="0">
                  <c:v>1481</c:v>
                </c:pt>
                <c:pt idx="1">
                  <c:v>1560</c:v>
                </c:pt>
                <c:pt idx="2">
                  <c:v>1423</c:v>
                </c:pt>
                <c:pt idx="3">
                  <c:v>1536</c:v>
                </c:pt>
                <c:pt idx="4">
                  <c:v>1568</c:v>
                </c:pt>
                <c:pt idx="5">
                  <c:v>1599</c:v>
                </c:pt>
                <c:pt idx="6">
                  <c:v>1613.67</c:v>
                </c:pt>
                <c:pt idx="7">
                  <c:v>1671.89</c:v>
                </c:pt>
                <c:pt idx="8">
                  <c:v>1807.15</c:v>
                </c:pt>
                <c:pt idx="9">
                  <c:v>1851.45</c:v>
                </c:pt>
                <c:pt idx="10" formatCode="General">
                  <c:v>1807</c:v>
                </c:pt>
                <c:pt idx="11" formatCode="General">
                  <c:v>1774</c:v>
                </c:pt>
                <c:pt idx="12" formatCode="General">
                  <c:v>1545</c:v>
                </c:pt>
              </c:numCache>
            </c:numRef>
          </c:val>
          <c:extLst>
            <c:ext xmlns:c16="http://schemas.microsoft.com/office/drawing/2014/chart" uri="{C3380CC4-5D6E-409C-BE32-E72D297353CC}">
              <c16:uniqueId val="{00000000-3F3D-104D-825C-B336C90B8809}"/>
            </c:ext>
          </c:extLst>
        </c:ser>
        <c:ser>
          <c:idx val="1"/>
          <c:order val="1"/>
          <c:tx>
            <c:strRef>
              <c:f>Sheet2!$A$21</c:f>
              <c:strCache>
                <c:ptCount val="1"/>
                <c:pt idx="0">
                  <c:v>Materials sciences</c:v>
                </c:pt>
              </c:strCache>
            </c:strRef>
          </c:tx>
          <c:spPr>
            <a:solidFill>
              <a:schemeClr val="accent2"/>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Sheet2!$B$21:$N$21</c:f>
              <c:numCache>
                <c:formatCode>#,##0</c:formatCode>
                <c:ptCount val="13"/>
                <c:pt idx="0">
                  <c:v>532</c:v>
                </c:pt>
                <c:pt idx="1">
                  <c:v>546</c:v>
                </c:pt>
                <c:pt idx="2">
                  <c:v>572</c:v>
                </c:pt>
                <c:pt idx="3">
                  <c:v>595</c:v>
                </c:pt>
                <c:pt idx="4">
                  <c:v>743</c:v>
                </c:pt>
                <c:pt idx="5">
                  <c:v>753</c:v>
                </c:pt>
                <c:pt idx="6">
                  <c:v>813.72</c:v>
                </c:pt>
                <c:pt idx="7">
                  <c:v>883</c:v>
                </c:pt>
                <c:pt idx="8">
                  <c:v>976.88</c:v>
                </c:pt>
                <c:pt idx="9">
                  <c:v>1109.5899999999999</c:v>
                </c:pt>
                <c:pt idx="10" formatCode="General">
                  <c:v>1164</c:v>
                </c:pt>
                <c:pt idx="11" formatCode="General">
                  <c:v>1242</c:v>
                </c:pt>
                <c:pt idx="12" formatCode="General">
                  <c:v>1311</c:v>
                </c:pt>
              </c:numCache>
            </c:numRef>
          </c:val>
          <c:extLst>
            <c:ext xmlns:c16="http://schemas.microsoft.com/office/drawing/2014/chart" uri="{C3380CC4-5D6E-409C-BE32-E72D297353CC}">
              <c16:uniqueId val="{00000001-3F3D-104D-825C-B336C90B8809}"/>
            </c:ext>
          </c:extLst>
        </c:ser>
        <c:ser>
          <c:idx val="2"/>
          <c:order val="2"/>
          <c:tx>
            <c:strRef>
              <c:f>Sheet2!$A$22</c:f>
              <c:strCache>
                <c:ptCount val="1"/>
                <c:pt idx="0">
                  <c:v>Chemistry</c:v>
                </c:pt>
              </c:strCache>
            </c:strRef>
          </c:tx>
          <c:spPr>
            <a:solidFill>
              <a:schemeClr val="accent3"/>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Sheet2!$B$22:$N$22</c:f>
              <c:numCache>
                <c:formatCode>#,##0</c:formatCode>
                <c:ptCount val="13"/>
                <c:pt idx="0">
                  <c:v>284</c:v>
                </c:pt>
                <c:pt idx="1">
                  <c:v>317</c:v>
                </c:pt>
                <c:pt idx="2">
                  <c:v>325</c:v>
                </c:pt>
                <c:pt idx="3">
                  <c:v>323</c:v>
                </c:pt>
                <c:pt idx="4">
                  <c:v>397</c:v>
                </c:pt>
                <c:pt idx="5">
                  <c:v>444</c:v>
                </c:pt>
                <c:pt idx="6">
                  <c:v>520.44000000000005</c:v>
                </c:pt>
                <c:pt idx="7">
                  <c:v>565.54</c:v>
                </c:pt>
                <c:pt idx="8">
                  <c:v>672.03</c:v>
                </c:pt>
                <c:pt idx="9">
                  <c:v>786.08</c:v>
                </c:pt>
                <c:pt idx="10" formatCode="General">
                  <c:v>878</c:v>
                </c:pt>
                <c:pt idx="11" formatCode="General">
                  <c:v>905</c:v>
                </c:pt>
                <c:pt idx="12" formatCode="General">
                  <c:v>908</c:v>
                </c:pt>
              </c:numCache>
            </c:numRef>
          </c:val>
          <c:extLst>
            <c:ext xmlns:c16="http://schemas.microsoft.com/office/drawing/2014/chart" uri="{C3380CC4-5D6E-409C-BE32-E72D297353CC}">
              <c16:uniqueId val="{00000002-3F3D-104D-825C-B336C90B8809}"/>
            </c:ext>
          </c:extLst>
        </c:ser>
        <c:ser>
          <c:idx val="3"/>
          <c:order val="3"/>
          <c:tx>
            <c:strRef>
              <c:f>Sheet2!$A$23</c:f>
              <c:strCache>
                <c:ptCount val="1"/>
                <c:pt idx="0">
                  <c:v>Physics</c:v>
                </c:pt>
              </c:strCache>
            </c:strRef>
          </c:tx>
          <c:spPr>
            <a:solidFill>
              <a:schemeClr val="accent4"/>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Sheet2!$B$23:$N$23</c:f>
              <c:numCache>
                <c:formatCode>#,##0</c:formatCode>
                <c:ptCount val="13"/>
                <c:pt idx="0">
                  <c:v>321</c:v>
                </c:pt>
                <c:pt idx="1">
                  <c:v>323</c:v>
                </c:pt>
                <c:pt idx="2">
                  <c:v>300</c:v>
                </c:pt>
                <c:pt idx="3">
                  <c:v>352</c:v>
                </c:pt>
                <c:pt idx="4">
                  <c:v>369</c:v>
                </c:pt>
                <c:pt idx="5">
                  <c:v>411</c:v>
                </c:pt>
                <c:pt idx="6">
                  <c:v>435.51</c:v>
                </c:pt>
                <c:pt idx="7">
                  <c:v>453.22</c:v>
                </c:pt>
                <c:pt idx="8">
                  <c:v>511.67</c:v>
                </c:pt>
                <c:pt idx="9">
                  <c:v>499.31</c:v>
                </c:pt>
                <c:pt idx="10" formatCode="General">
                  <c:v>492</c:v>
                </c:pt>
                <c:pt idx="11" formatCode="General">
                  <c:v>559</c:v>
                </c:pt>
                <c:pt idx="12" formatCode="General">
                  <c:v>623</c:v>
                </c:pt>
              </c:numCache>
            </c:numRef>
          </c:val>
          <c:extLst>
            <c:ext xmlns:c16="http://schemas.microsoft.com/office/drawing/2014/chart" uri="{C3380CC4-5D6E-409C-BE32-E72D297353CC}">
              <c16:uniqueId val="{00000003-3F3D-104D-825C-B336C90B8809}"/>
            </c:ext>
          </c:extLst>
        </c:ser>
        <c:ser>
          <c:idx val="4"/>
          <c:order val="4"/>
          <c:tx>
            <c:strRef>
              <c:f>Sheet2!$A$24</c:f>
              <c:strCache>
                <c:ptCount val="1"/>
                <c:pt idx="0">
                  <c:v>Engineering</c:v>
                </c:pt>
              </c:strCache>
            </c:strRef>
          </c:tx>
          <c:spPr>
            <a:solidFill>
              <a:schemeClr val="accent5"/>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Sheet2!$B$24:$N$24</c:f>
              <c:numCache>
                <c:formatCode>#,##0</c:formatCode>
                <c:ptCount val="13"/>
                <c:pt idx="0">
                  <c:v>76</c:v>
                </c:pt>
                <c:pt idx="1">
                  <c:v>73</c:v>
                </c:pt>
                <c:pt idx="2">
                  <c:v>74</c:v>
                </c:pt>
                <c:pt idx="3">
                  <c:v>82</c:v>
                </c:pt>
                <c:pt idx="4">
                  <c:v>99</c:v>
                </c:pt>
                <c:pt idx="5">
                  <c:v>137</c:v>
                </c:pt>
                <c:pt idx="6">
                  <c:v>165.49</c:v>
                </c:pt>
                <c:pt idx="7">
                  <c:v>197.36</c:v>
                </c:pt>
                <c:pt idx="8">
                  <c:v>232.71</c:v>
                </c:pt>
                <c:pt idx="9">
                  <c:v>246.14</c:v>
                </c:pt>
                <c:pt idx="10" formatCode="General">
                  <c:v>285</c:v>
                </c:pt>
                <c:pt idx="11" formatCode="General">
                  <c:v>333</c:v>
                </c:pt>
                <c:pt idx="12" formatCode="General">
                  <c:v>350</c:v>
                </c:pt>
              </c:numCache>
            </c:numRef>
          </c:val>
          <c:extLst>
            <c:ext xmlns:c16="http://schemas.microsoft.com/office/drawing/2014/chart" uri="{C3380CC4-5D6E-409C-BE32-E72D297353CC}">
              <c16:uniqueId val="{00000004-3F3D-104D-825C-B336C90B8809}"/>
            </c:ext>
          </c:extLst>
        </c:ser>
        <c:ser>
          <c:idx val="5"/>
          <c:order val="5"/>
          <c:tx>
            <c:strRef>
              <c:f>Sheet2!$A$25</c:f>
              <c:strCache>
                <c:ptCount val="1"/>
                <c:pt idx="0">
                  <c:v>Earth sciences</c:v>
                </c:pt>
              </c:strCache>
            </c:strRef>
          </c:tx>
          <c:spPr>
            <a:solidFill>
              <a:schemeClr val="accent6"/>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Sheet2!$B$25:$N$25</c:f>
              <c:numCache>
                <c:formatCode>#,##0</c:formatCode>
                <c:ptCount val="13"/>
                <c:pt idx="0">
                  <c:v>167</c:v>
                </c:pt>
                <c:pt idx="1">
                  <c:v>182</c:v>
                </c:pt>
                <c:pt idx="2">
                  <c:v>187</c:v>
                </c:pt>
                <c:pt idx="3">
                  <c:v>189</c:v>
                </c:pt>
                <c:pt idx="4">
                  <c:v>211</c:v>
                </c:pt>
                <c:pt idx="5">
                  <c:v>208</c:v>
                </c:pt>
                <c:pt idx="6">
                  <c:v>209.04</c:v>
                </c:pt>
                <c:pt idx="7">
                  <c:v>250.93</c:v>
                </c:pt>
                <c:pt idx="8">
                  <c:v>233.21</c:v>
                </c:pt>
                <c:pt idx="9">
                  <c:v>277.44</c:v>
                </c:pt>
                <c:pt idx="10" formatCode="General">
                  <c:v>284</c:v>
                </c:pt>
                <c:pt idx="11" formatCode="General">
                  <c:v>308</c:v>
                </c:pt>
                <c:pt idx="12" formatCode="General">
                  <c:v>285</c:v>
                </c:pt>
              </c:numCache>
            </c:numRef>
          </c:val>
          <c:extLst>
            <c:ext xmlns:c16="http://schemas.microsoft.com/office/drawing/2014/chart" uri="{C3380CC4-5D6E-409C-BE32-E72D297353CC}">
              <c16:uniqueId val="{00000005-3F3D-104D-825C-B336C90B8809}"/>
            </c:ext>
          </c:extLst>
        </c:ser>
        <c:ser>
          <c:idx val="6"/>
          <c:order val="6"/>
          <c:tx>
            <c:strRef>
              <c:f>Sheet2!$A$26</c:f>
              <c:strCache>
                <c:ptCount val="1"/>
                <c:pt idx="0">
                  <c:v>Environmental sciences</c:v>
                </c:pt>
              </c:strCache>
            </c:strRef>
          </c:tx>
          <c:spPr>
            <a:solidFill>
              <a:schemeClr val="accent1">
                <a:lumMod val="60000"/>
              </a:schemeClr>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Sheet2!$B$26:$N$26</c:f>
              <c:numCache>
                <c:formatCode>#,##0</c:formatCode>
                <c:ptCount val="13"/>
                <c:pt idx="0">
                  <c:v>115</c:v>
                </c:pt>
                <c:pt idx="1">
                  <c:v>110</c:v>
                </c:pt>
                <c:pt idx="2">
                  <c:v>107</c:v>
                </c:pt>
                <c:pt idx="3">
                  <c:v>133</c:v>
                </c:pt>
                <c:pt idx="4">
                  <c:v>109</c:v>
                </c:pt>
                <c:pt idx="5">
                  <c:v>113</c:v>
                </c:pt>
                <c:pt idx="6">
                  <c:v>137.6</c:v>
                </c:pt>
                <c:pt idx="7">
                  <c:v>158.63999999999999</c:v>
                </c:pt>
                <c:pt idx="8">
                  <c:v>173.5</c:v>
                </c:pt>
                <c:pt idx="9">
                  <c:v>157.27000000000001</c:v>
                </c:pt>
                <c:pt idx="10" formatCode="General">
                  <c:v>180</c:v>
                </c:pt>
                <c:pt idx="11" formatCode="General">
                  <c:v>178</c:v>
                </c:pt>
                <c:pt idx="12" formatCode="General">
                  <c:v>192</c:v>
                </c:pt>
              </c:numCache>
            </c:numRef>
          </c:val>
          <c:extLst>
            <c:ext xmlns:c16="http://schemas.microsoft.com/office/drawing/2014/chart" uri="{C3380CC4-5D6E-409C-BE32-E72D297353CC}">
              <c16:uniqueId val="{00000006-3F3D-104D-825C-B336C90B8809}"/>
            </c:ext>
          </c:extLst>
        </c:ser>
        <c:ser>
          <c:idx val="7"/>
          <c:order val="7"/>
          <c:tx>
            <c:strRef>
              <c:f>Sheet2!$A$27</c:f>
              <c:strCache>
                <c:ptCount val="1"/>
                <c:pt idx="0">
                  <c:v>Polymers</c:v>
                </c:pt>
              </c:strCache>
            </c:strRef>
          </c:tx>
          <c:spPr>
            <a:solidFill>
              <a:schemeClr val="accent2">
                <a:lumMod val="60000"/>
              </a:schemeClr>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Sheet2!$B$27:$N$27</c:f>
              <c:numCache>
                <c:formatCode>#,##0</c:formatCode>
                <c:ptCount val="13"/>
                <c:pt idx="0">
                  <c:v>88</c:v>
                </c:pt>
                <c:pt idx="1">
                  <c:v>83</c:v>
                </c:pt>
                <c:pt idx="2">
                  <c:v>71</c:v>
                </c:pt>
                <c:pt idx="3">
                  <c:v>74</c:v>
                </c:pt>
                <c:pt idx="4">
                  <c:v>70</c:v>
                </c:pt>
                <c:pt idx="5">
                  <c:v>77</c:v>
                </c:pt>
                <c:pt idx="6">
                  <c:v>100.92</c:v>
                </c:pt>
                <c:pt idx="7">
                  <c:v>99.14</c:v>
                </c:pt>
                <c:pt idx="8">
                  <c:v>101.93</c:v>
                </c:pt>
                <c:pt idx="9">
                  <c:v>123.75</c:v>
                </c:pt>
                <c:pt idx="10" formatCode="General">
                  <c:v>122</c:v>
                </c:pt>
                <c:pt idx="11" formatCode="General">
                  <c:v>137</c:v>
                </c:pt>
                <c:pt idx="12" formatCode="General">
                  <c:v>139</c:v>
                </c:pt>
              </c:numCache>
            </c:numRef>
          </c:val>
          <c:extLst>
            <c:ext xmlns:c16="http://schemas.microsoft.com/office/drawing/2014/chart" uri="{C3380CC4-5D6E-409C-BE32-E72D297353CC}">
              <c16:uniqueId val="{00000007-3F3D-104D-825C-B336C90B8809}"/>
            </c:ext>
          </c:extLst>
        </c:ser>
        <c:ser>
          <c:idx val="8"/>
          <c:order val="8"/>
          <c:tx>
            <c:strRef>
              <c:f>Sheet2!$A$28</c:f>
              <c:strCache>
                <c:ptCount val="1"/>
                <c:pt idx="0">
                  <c:v>Instrumentation or technique development</c:v>
                </c:pt>
              </c:strCache>
            </c:strRef>
          </c:tx>
          <c:spPr>
            <a:solidFill>
              <a:schemeClr val="accent3">
                <a:lumMod val="60000"/>
              </a:schemeClr>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Sheet2!$B$28:$N$28</c:f>
              <c:numCache>
                <c:formatCode>#,##0</c:formatCode>
                <c:ptCount val="13"/>
                <c:pt idx="0">
                  <c:v>86</c:v>
                </c:pt>
                <c:pt idx="1">
                  <c:v>82</c:v>
                </c:pt>
                <c:pt idx="2">
                  <c:v>78</c:v>
                </c:pt>
                <c:pt idx="3">
                  <c:v>89</c:v>
                </c:pt>
                <c:pt idx="4">
                  <c:v>93</c:v>
                </c:pt>
                <c:pt idx="5">
                  <c:v>73</c:v>
                </c:pt>
                <c:pt idx="6">
                  <c:v>117.71</c:v>
                </c:pt>
                <c:pt idx="7">
                  <c:v>112.22</c:v>
                </c:pt>
                <c:pt idx="8">
                  <c:v>121.07</c:v>
                </c:pt>
                <c:pt idx="9">
                  <c:v>120.72</c:v>
                </c:pt>
                <c:pt idx="10" formatCode="General">
                  <c:v>147</c:v>
                </c:pt>
                <c:pt idx="11" formatCode="General">
                  <c:v>131</c:v>
                </c:pt>
                <c:pt idx="12" formatCode="General">
                  <c:v>154</c:v>
                </c:pt>
              </c:numCache>
            </c:numRef>
          </c:val>
          <c:extLst>
            <c:ext xmlns:c16="http://schemas.microsoft.com/office/drawing/2014/chart" uri="{C3380CC4-5D6E-409C-BE32-E72D297353CC}">
              <c16:uniqueId val="{00000008-3F3D-104D-825C-B336C90B8809}"/>
            </c:ext>
          </c:extLst>
        </c:ser>
        <c:ser>
          <c:idx val="9"/>
          <c:order val="9"/>
          <c:tx>
            <c:strRef>
              <c:f>Sheet2!$A$29</c:f>
              <c:strCache>
                <c:ptCount val="1"/>
                <c:pt idx="0">
                  <c:v>Medical applications</c:v>
                </c:pt>
              </c:strCache>
            </c:strRef>
          </c:tx>
          <c:spPr>
            <a:solidFill>
              <a:schemeClr val="accent4">
                <a:lumMod val="60000"/>
              </a:schemeClr>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Sheet2!$B$29:$N$29</c:f>
              <c:numCache>
                <c:formatCode>#,##0</c:formatCode>
                <c:ptCount val="13"/>
                <c:pt idx="0">
                  <c:v>81</c:v>
                </c:pt>
                <c:pt idx="1">
                  <c:v>77</c:v>
                </c:pt>
                <c:pt idx="2">
                  <c:v>70</c:v>
                </c:pt>
                <c:pt idx="3">
                  <c:v>70</c:v>
                </c:pt>
                <c:pt idx="4">
                  <c:v>73</c:v>
                </c:pt>
                <c:pt idx="5">
                  <c:v>82</c:v>
                </c:pt>
                <c:pt idx="6">
                  <c:v>92.46</c:v>
                </c:pt>
                <c:pt idx="7">
                  <c:v>85.04</c:v>
                </c:pt>
                <c:pt idx="8">
                  <c:v>91.75</c:v>
                </c:pt>
                <c:pt idx="9">
                  <c:v>84.06</c:v>
                </c:pt>
                <c:pt idx="10" formatCode="General">
                  <c:v>90</c:v>
                </c:pt>
                <c:pt idx="11" formatCode="General">
                  <c:v>103</c:v>
                </c:pt>
                <c:pt idx="12" formatCode="General">
                  <c:v>126</c:v>
                </c:pt>
              </c:numCache>
            </c:numRef>
          </c:val>
          <c:extLst>
            <c:ext xmlns:c16="http://schemas.microsoft.com/office/drawing/2014/chart" uri="{C3380CC4-5D6E-409C-BE32-E72D297353CC}">
              <c16:uniqueId val="{00000009-3F3D-104D-825C-B336C90B8809}"/>
            </c:ext>
          </c:extLst>
        </c:ser>
        <c:ser>
          <c:idx val="10"/>
          <c:order val="10"/>
          <c:tx>
            <c:strRef>
              <c:f>Sheet2!$A$30</c:f>
              <c:strCache>
                <c:ptCount val="1"/>
                <c:pt idx="0">
                  <c:v>Other</c:v>
                </c:pt>
              </c:strCache>
            </c:strRef>
          </c:tx>
          <c:spPr>
            <a:solidFill>
              <a:schemeClr val="accent5">
                <a:lumMod val="60000"/>
              </a:schemeClr>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Sheet2!$B$30:$N$30</c:f>
              <c:numCache>
                <c:formatCode>#,##0</c:formatCode>
                <c:ptCount val="13"/>
                <c:pt idx="0">
                  <c:v>25</c:v>
                </c:pt>
                <c:pt idx="1">
                  <c:v>52</c:v>
                </c:pt>
                <c:pt idx="2">
                  <c:v>56</c:v>
                </c:pt>
                <c:pt idx="3">
                  <c:v>71</c:v>
                </c:pt>
                <c:pt idx="4">
                  <c:v>50</c:v>
                </c:pt>
                <c:pt idx="5">
                  <c:v>69</c:v>
                </c:pt>
                <c:pt idx="6">
                  <c:v>127.82</c:v>
                </c:pt>
                <c:pt idx="7">
                  <c:v>42.03</c:v>
                </c:pt>
                <c:pt idx="8">
                  <c:v>70.64</c:v>
                </c:pt>
                <c:pt idx="9">
                  <c:v>59.47</c:v>
                </c:pt>
                <c:pt idx="10" formatCode="General">
                  <c:v>52</c:v>
                </c:pt>
                <c:pt idx="11" formatCode="General">
                  <c:v>59</c:v>
                </c:pt>
                <c:pt idx="12" formatCode="General">
                  <c:v>50</c:v>
                </c:pt>
              </c:numCache>
            </c:numRef>
          </c:val>
          <c:extLst>
            <c:ext xmlns:c16="http://schemas.microsoft.com/office/drawing/2014/chart" uri="{C3380CC4-5D6E-409C-BE32-E72D297353CC}">
              <c16:uniqueId val="{0000000A-3F3D-104D-825C-B336C90B8809}"/>
            </c:ext>
          </c:extLst>
        </c:ser>
        <c:ser>
          <c:idx val="11"/>
          <c:order val="11"/>
          <c:tx>
            <c:strRef>
              <c:f>Sheet2!$A$31</c:f>
              <c:strCache>
                <c:ptCount val="1"/>
                <c:pt idx="0">
                  <c:v>Optics</c:v>
                </c:pt>
              </c:strCache>
            </c:strRef>
          </c:tx>
          <c:spPr>
            <a:solidFill>
              <a:schemeClr val="accent6">
                <a:lumMod val="60000"/>
              </a:schemeClr>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Sheet2!$B$31:$N$31</c:f>
              <c:numCache>
                <c:formatCode>#,##0</c:formatCode>
                <c:ptCount val="13"/>
                <c:pt idx="0">
                  <c:v>18</c:v>
                </c:pt>
                <c:pt idx="1">
                  <c:v>15</c:v>
                </c:pt>
                <c:pt idx="2">
                  <c:v>16</c:v>
                </c:pt>
                <c:pt idx="3">
                  <c:v>22</c:v>
                </c:pt>
                <c:pt idx="4">
                  <c:v>14</c:v>
                </c:pt>
                <c:pt idx="5">
                  <c:v>20</c:v>
                </c:pt>
                <c:pt idx="6">
                  <c:v>25.62</c:v>
                </c:pt>
                <c:pt idx="7">
                  <c:v>22.99</c:v>
                </c:pt>
                <c:pt idx="8">
                  <c:v>24.67</c:v>
                </c:pt>
                <c:pt idx="9">
                  <c:v>15.8</c:v>
                </c:pt>
                <c:pt idx="10" formatCode="General">
                  <c:v>20</c:v>
                </c:pt>
                <c:pt idx="11" formatCode="General">
                  <c:v>13</c:v>
                </c:pt>
                <c:pt idx="12" formatCode="General">
                  <c:v>20</c:v>
                </c:pt>
              </c:numCache>
            </c:numRef>
          </c:val>
          <c:extLst>
            <c:ext xmlns:c16="http://schemas.microsoft.com/office/drawing/2014/chart" uri="{C3380CC4-5D6E-409C-BE32-E72D297353CC}">
              <c16:uniqueId val="{0000000B-3F3D-104D-825C-B336C90B8809}"/>
            </c:ext>
          </c:extLst>
        </c:ser>
        <c:ser>
          <c:idx val="12"/>
          <c:order val="12"/>
          <c:tx>
            <c:strRef>
              <c:f>Sheet2!$A$32</c:f>
              <c:strCache>
                <c:ptCount val="1"/>
                <c:pt idx="0">
                  <c:v>Purchase of specialty services or materials</c:v>
                </c:pt>
              </c:strCache>
            </c:strRef>
          </c:tx>
          <c:spPr>
            <a:solidFill>
              <a:schemeClr val="accent1">
                <a:lumMod val="80000"/>
                <a:lumOff val="20000"/>
              </a:schemeClr>
            </a:solidFill>
            <a:ln>
              <a:noFill/>
            </a:ln>
            <a:effectLst/>
          </c:spPr>
          <c:invertIfNegative val="0"/>
          <c:cat>
            <c:numRef>
              <c:f>Sheet2!$B$19:$N$19</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Sheet2!$B$32:$N$32</c:f>
              <c:numCache>
                <c:formatCode>General</c:formatCode>
                <c:ptCount val="13"/>
                <c:pt idx="0" formatCode="#,##0">
                  <c:v>0</c:v>
                </c:pt>
                <c:pt idx="3" formatCode="#,##0">
                  <c:v>1</c:v>
                </c:pt>
                <c:pt idx="4" formatCode="#,##0">
                  <c:v>0</c:v>
                </c:pt>
                <c:pt idx="5" formatCode="#,##0">
                  <c:v>0</c:v>
                </c:pt>
                <c:pt idx="6" formatCode="#,##0">
                  <c:v>0</c:v>
                </c:pt>
                <c:pt idx="9" formatCode="#,##0">
                  <c:v>0.25</c:v>
                </c:pt>
                <c:pt idx="10">
                  <c:v>0</c:v>
                </c:pt>
                <c:pt idx="11">
                  <c:v>0</c:v>
                </c:pt>
                <c:pt idx="12">
                  <c:v>1</c:v>
                </c:pt>
              </c:numCache>
            </c:numRef>
          </c:val>
          <c:extLst>
            <c:ext xmlns:c16="http://schemas.microsoft.com/office/drawing/2014/chart" uri="{C3380CC4-5D6E-409C-BE32-E72D297353CC}">
              <c16:uniqueId val="{0000000C-3F3D-104D-825C-B336C90B8809}"/>
            </c:ext>
          </c:extLst>
        </c:ser>
        <c:dLbls>
          <c:showLegendKey val="0"/>
          <c:showVal val="0"/>
          <c:showCatName val="0"/>
          <c:showSerName val="0"/>
          <c:showPercent val="0"/>
          <c:showBubbleSize val="0"/>
        </c:dLbls>
        <c:gapWidth val="150"/>
        <c:overlap val="100"/>
        <c:axId val="-1440256576"/>
        <c:axId val="-1440254368"/>
      </c:barChart>
      <c:catAx>
        <c:axId val="-1440256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0254368"/>
        <c:crosses val="autoZero"/>
        <c:auto val="1"/>
        <c:lblAlgn val="ctr"/>
        <c:lblOffset val="100"/>
        <c:noMultiLvlLbl val="0"/>
      </c:catAx>
      <c:valAx>
        <c:axId val="-1440254368"/>
        <c:scaling>
          <c:orientation val="minMax"/>
          <c:max val="6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0256576"/>
        <c:crosses val="autoZero"/>
        <c:crossBetween val="between"/>
      </c:valAx>
      <c:spPr>
        <a:noFill/>
        <a:ln>
          <a:noFill/>
        </a:ln>
        <a:effectLst/>
      </c:spPr>
    </c:plotArea>
    <c:legend>
      <c:legendPos val="b"/>
      <c:layout>
        <c:manualLayout>
          <c:xMode val="edge"/>
          <c:yMode val="edge"/>
          <c:x val="3.9319366833178097E-2"/>
          <c:y val="0.51961922190918797"/>
          <c:w val="0.91016054948776604"/>
          <c:h val="0.4523481583150730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1255415149719105E-2"/>
          <c:y val="3.3129459734964298E-2"/>
          <c:w val="0.869542075889707"/>
          <c:h val="0.423548203263583"/>
        </c:manualLayout>
      </c:layout>
      <c:barChart>
        <c:barDir val="col"/>
        <c:grouping val="stacked"/>
        <c:varyColors val="0"/>
        <c:ser>
          <c:idx val="0"/>
          <c:order val="0"/>
          <c:tx>
            <c:strRef>
              <c:f>Sheet2!$A$37</c:f>
              <c:strCache>
                <c:ptCount val="1"/>
                <c:pt idx="0">
                  <c:v>Biological and life sciences</c:v>
                </c:pt>
              </c:strCache>
            </c:strRef>
          </c:tx>
          <c:spPr>
            <a:solidFill>
              <a:schemeClr val="accent1"/>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Sheet2!$B$37:$N$37</c:f>
              <c:numCache>
                <c:formatCode>0%</c:formatCode>
                <c:ptCount val="13"/>
                <c:pt idx="0">
                  <c:v>0.45235186316432496</c:v>
                </c:pt>
                <c:pt idx="1">
                  <c:v>0.45614035087719296</c:v>
                </c:pt>
                <c:pt idx="2">
                  <c:v>0.43397377249161329</c:v>
                </c:pt>
                <c:pt idx="3">
                  <c:v>0.43426632739609838</c:v>
                </c:pt>
                <c:pt idx="4">
                  <c:v>0.4130663856691254</c:v>
                </c:pt>
                <c:pt idx="5">
                  <c:v>0.40115403913697945</c:v>
                </c:pt>
                <c:pt idx="6">
                  <c:v>0.37010779816513772</c:v>
                </c:pt>
                <c:pt idx="7">
                  <c:v>0.36809555261999116</c:v>
                </c:pt>
                <c:pt idx="8">
                  <c:v>0.36019022524470767</c:v>
                </c:pt>
                <c:pt idx="9">
                  <c:v>0.34727732104371695</c:v>
                </c:pt>
                <c:pt idx="10">
                  <c:v>0.32729577975004526</c:v>
                </c:pt>
                <c:pt idx="11">
                  <c:v>0.30895158481365376</c:v>
                </c:pt>
                <c:pt idx="12">
                  <c:v>0.2708625525946704</c:v>
                </c:pt>
              </c:numCache>
            </c:numRef>
          </c:val>
          <c:extLst>
            <c:ext xmlns:c16="http://schemas.microsoft.com/office/drawing/2014/chart" uri="{C3380CC4-5D6E-409C-BE32-E72D297353CC}">
              <c16:uniqueId val="{00000000-4D92-184C-97C4-5908A138BFE5}"/>
            </c:ext>
          </c:extLst>
        </c:ser>
        <c:ser>
          <c:idx val="1"/>
          <c:order val="1"/>
          <c:tx>
            <c:strRef>
              <c:f>Sheet2!$A$38</c:f>
              <c:strCache>
                <c:ptCount val="1"/>
                <c:pt idx="0">
                  <c:v>Materials sciences</c:v>
                </c:pt>
              </c:strCache>
            </c:strRef>
          </c:tx>
          <c:spPr>
            <a:solidFill>
              <a:schemeClr val="accent2"/>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Sheet2!$B$38:$N$38</c:f>
              <c:numCache>
                <c:formatCode>0%</c:formatCode>
                <c:ptCount val="13"/>
                <c:pt idx="0">
                  <c:v>0.1624923640806353</c:v>
                </c:pt>
                <c:pt idx="1">
                  <c:v>0.15964912280701754</c:v>
                </c:pt>
                <c:pt idx="2">
                  <c:v>0.17444342787435194</c:v>
                </c:pt>
                <c:pt idx="3">
                  <c:v>0.1682216567712751</c:v>
                </c:pt>
                <c:pt idx="4">
                  <c:v>0.19573234984193888</c:v>
                </c:pt>
                <c:pt idx="5">
                  <c:v>0.18891118916206723</c:v>
                </c:pt>
                <c:pt idx="6">
                  <c:v>0.18663302752293581</c:v>
                </c:pt>
                <c:pt idx="7">
                  <c:v>0.1944077498899163</c:v>
                </c:pt>
                <c:pt idx="8">
                  <c:v>0.19470582255875274</c:v>
                </c:pt>
                <c:pt idx="9">
                  <c:v>0.20812630244235483</c:v>
                </c:pt>
                <c:pt idx="10">
                  <c:v>0.21083137112841877</c:v>
                </c:pt>
                <c:pt idx="11">
                  <c:v>0.21630094043887146</c:v>
                </c:pt>
                <c:pt idx="12">
                  <c:v>0.22983870967741934</c:v>
                </c:pt>
              </c:numCache>
            </c:numRef>
          </c:val>
          <c:extLst>
            <c:ext xmlns:c16="http://schemas.microsoft.com/office/drawing/2014/chart" uri="{C3380CC4-5D6E-409C-BE32-E72D297353CC}">
              <c16:uniqueId val="{00000001-4D92-184C-97C4-5908A138BFE5}"/>
            </c:ext>
          </c:extLst>
        </c:ser>
        <c:ser>
          <c:idx val="2"/>
          <c:order val="2"/>
          <c:tx>
            <c:strRef>
              <c:f>Sheet2!$A$39</c:f>
              <c:strCache>
                <c:ptCount val="1"/>
                <c:pt idx="0">
                  <c:v>Chemistry</c:v>
                </c:pt>
              </c:strCache>
            </c:strRef>
          </c:tx>
          <c:spPr>
            <a:solidFill>
              <a:schemeClr val="accent3"/>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Sheet2!$B$39:$N$39</c:f>
              <c:numCache>
                <c:formatCode>0%</c:formatCode>
                <c:ptCount val="13"/>
                <c:pt idx="0">
                  <c:v>8.6744043982895536E-2</c:v>
                </c:pt>
                <c:pt idx="1">
                  <c:v>9.269005847953217E-2</c:v>
                </c:pt>
                <c:pt idx="2">
                  <c:v>9.9115584019518144E-2</c:v>
                </c:pt>
                <c:pt idx="3">
                  <c:v>9.1320327961549333E-2</c:v>
                </c:pt>
                <c:pt idx="4">
                  <c:v>0.10458377239199157</c:v>
                </c:pt>
                <c:pt idx="5">
                  <c:v>0.11138986452584045</c:v>
                </c:pt>
                <c:pt idx="6">
                  <c:v>0.11936697247706425</c:v>
                </c:pt>
                <c:pt idx="7">
                  <c:v>0.12451343020695725</c:v>
                </c:pt>
                <c:pt idx="8">
                  <c:v>0.13394496144271414</c:v>
                </c:pt>
                <c:pt idx="9">
                  <c:v>0.14744538417242972</c:v>
                </c:pt>
                <c:pt idx="10">
                  <c:v>0.15902916138380729</c:v>
                </c:pt>
                <c:pt idx="11">
                  <c:v>0.15761058864507141</c:v>
                </c:pt>
                <c:pt idx="12">
                  <c:v>0.15918653576437589</c:v>
                </c:pt>
              </c:numCache>
            </c:numRef>
          </c:val>
          <c:extLst>
            <c:ext xmlns:c16="http://schemas.microsoft.com/office/drawing/2014/chart" uri="{C3380CC4-5D6E-409C-BE32-E72D297353CC}">
              <c16:uniqueId val="{00000002-4D92-184C-97C4-5908A138BFE5}"/>
            </c:ext>
          </c:extLst>
        </c:ser>
        <c:ser>
          <c:idx val="3"/>
          <c:order val="3"/>
          <c:tx>
            <c:strRef>
              <c:f>Sheet2!$A$40</c:f>
              <c:strCache>
                <c:ptCount val="1"/>
                <c:pt idx="0">
                  <c:v>Physics</c:v>
                </c:pt>
              </c:strCache>
            </c:strRef>
          </c:tx>
          <c:spPr>
            <a:solidFill>
              <a:schemeClr val="accent4"/>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Sheet2!$B$40:$N$40</c:f>
              <c:numCache>
                <c:formatCode>0%</c:formatCode>
                <c:ptCount val="13"/>
                <c:pt idx="0">
                  <c:v>9.8045204642638981E-2</c:v>
                </c:pt>
                <c:pt idx="1">
                  <c:v>9.4444444444444442E-2</c:v>
                </c:pt>
                <c:pt idx="2">
                  <c:v>9.1491308325709064E-2</c:v>
                </c:pt>
                <c:pt idx="3">
                  <c:v>9.9519366694939215E-2</c:v>
                </c:pt>
                <c:pt idx="4">
                  <c:v>9.7207586933614337E-2</c:v>
                </c:pt>
                <c:pt idx="5">
                  <c:v>0.10311088810837933</c:v>
                </c:pt>
                <c:pt idx="6">
                  <c:v>9.9887614678899103E-2</c:v>
                </c:pt>
                <c:pt idx="7">
                  <c:v>9.9784236019374709E-2</c:v>
                </c:pt>
                <c:pt idx="8">
                  <c:v>0.10198297460142189</c:v>
                </c:pt>
                <c:pt idx="9">
                  <c:v>9.3655804461550834E-2</c:v>
                </c:pt>
                <c:pt idx="10">
                  <c:v>8.9114290889331649E-2</c:v>
                </c:pt>
                <c:pt idx="11">
                  <c:v>9.7352838732149075E-2</c:v>
                </c:pt>
                <c:pt idx="12">
                  <c:v>0.10922159887798036</c:v>
                </c:pt>
              </c:numCache>
            </c:numRef>
          </c:val>
          <c:extLst>
            <c:ext xmlns:c16="http://schemas.microsoft.com/office/drawing/2014/chart" uri="{C3380CC4-5D6E-409C-BE32-E72D297353CC}">
              <c16:uniqueId val="{00000003-4D92-184C-97C4-5908A138BFE5}"/>
            </c:ext>
          </c:extLst>
        </c:ser>
        <c:ser>
          <c:idx val="4"/>
          <c:order val="4"/>
          <c:tx>
            <c:strRef>
              <c:f>Sheet2!$A$41</c:f>
              <c:strCache>
                <c:ptCount val="1"/>
                <c:pt idx="0">
                  <c:v>Engineering</c:v>
                </c:pt>
              </c:strCache>
            </c:strRef>
          </c:tx>
          <c:spPr>
            <a:solidFill>
              <a:schemeClr val="accent5"/>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Sheet2!$B$41:$N$41</c:f>
              <c:numCache>
                <c:formatCode>0%</c:formatCode>
                <c:ptCount val="13"/>
                <c:pt idx="0">
                  <c:v>2.3213194868662187E-2</c:v>
                </c:pt>
                <c:pt idx="1">
                  <c:v>2.1345029239766083E-2</c:v>
                </c:pt>
                <c:pt idx="2">
                  <c:v>2.2567856053674902E-2</c:v>
                </c:pt>
                <c:pt idx="3">
                  <c:v>2.3183488832343793E-2</c:v>
                </c:pt>
                <c:pt idx="4">
                  <c:v>2.6080084299262382E-2</c:v>
                </c:pt>
                <c:pt idx="5">
                  <c:v>3.4370296036126444E-2</c:v>
                </c:pt>
                <c:pt idx="6">
                  <c:v>3.7956422018348632E-2</c:v>
                </c:pt>
                <c:pt idx="7">
                  <c:v>4.3452223690004399E-2</c:v>
                </c:pt>
                <c:pt idx="8">
                  <c:v>4.6382351944606659E-2</c:v>
                </c:pt>
                <c:pt idx="9">
                  <c:v>4.6168592077399054E-2</c:v>
                </c:pt>
                <c:pt idx="10">
                  <c:v>5.162108313711284E-2</c:v>
                </c:pt>
                <c:pt idx="11">
                  <c:v>5.7993730407523508E-2</c:v>
                </c:pt>
                <c:pt idx="12">
                  <c:v>6.1360448807854136E-2</c:v>
                </c:pt>
              </c:numCache>
            </c:numRef>
          </c:val>
          <c:extLst>
            <c:ext xmlns:c16="http://schemas.microsoft.com/office/drawing/2014/chart" uri="{C3380CC4-5D6E-409C-BE32-E72D297353CC}">
              <c16:uniqueId val="{00000004-4D92-184C-97C4-5908A138BFE5}"/>
            </c:ext>
          </c:extLst>
        </c:ser>
        <c:ser>
          <c:idx val="5"/>
          <c:order val="5"/>
          <c:tx>
            <c:strRef>
              <c:f>Sheet2!$A$42</c:f>
              <c:strCache>
                <c:ptCount val="1"/>
                <c:pt idx="0">
                  <c:v>Earth sciences</c:v>
                </c:pt>
              </c:strCache>
            </c:strRef>
          </c:tx>
          <c:spPr>
            <a:solidFill>
              <a:schemeClr val="accent6"/>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Sheet2!$B$42:$N$42</c:f>
              <c:numCache>
                <c:formatCode>0%</c:formatCode>
                <c:ptCount val="13"/>
                <c:pt idx="0">
                  <c:v>5.1007941356139279E-2</c:v>
                </c:pt>
                <c:pt idx="1">
                  <c:v>5.3216374269005849E-2</c:v>
                </c:pt>
                <c:pt idx="2">
                  <c:v>5.702958218969198E-2</c:v>
                </c:pt>
                <c:pt idx="3">
                  <c:v>5.3435114503816793E-2</c:v>
                </c:pt>
                <c:pt idx="4">
                  <c:v>5.5584826132771339E-2</c:v>
                </c:pt>
                <c:pt idx="5">
                  <c:v>5.2182639237330658E-2</c:v>
                </c:pt>
                <c:pt idx="6">
                  <c:v>4.7944954128440374E-2</c:v>
                </c:pt>
                <c:pt idx="7">
                  <c:v>5.5246587406428876E-2</c:v>
                </c:pt>
                <c:pt idx="8">
                  <c:v>4.6482008925279185E-2</c:v>
                </c:pt>
                <c:pt idx="9">
                  <c:v>5.2039547354975194E-2</c:v>
                </c:pt>
                <c:pt idx="10">
                  <c:v>5.1439956529614202E-2</c:v>
                </c:pt>
                <c:pt idx="11">
                  <c:v>5.3639846743295021E-2</c:v>
                </c:pt>
                <c:pt idx="12">
                  <c:v>4.9964936886395514E-2</c:v>
                </c:pt>
              </c:numCache>
            </c:numRef>
          </c:val>
          <c:extLst>
            <c:ext xmlns:c16="http://schemas.microsoft.com/office/drawing/2014/chart" uri="{C3380CC4-5D6E-409C-BE32-E72D297353CC}">
              <c16:uniqueId val="{00000005-4D92-184C-97C4-5908A138BFE5}"/>
            </c:ext>
          </c:extLst>
        </c:ser>
        <c:ser>
          <c:idx val="6"/>
          <c:order val="6"/>
          <c:tx>
            <c:strRef>
              <c:f>Sheet2!$A$43</c:f>
              <c:strCache>
                <c:ptCount val="1"/>
                <c:pt idx="0">
                  <c:v>Environmental sciences</c:v>
                </c:pt>
              </c:strCache>
            </c:strRef>
          </c:tx>
          <c:spPr>
            <a:solidFill>
              <a:schemeClr val="accent1">
                <a:lumMod val="60000"/>
              </a:schemeClr>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Sheet2!$B$43:$N$43</c:f>
              <c:numCache>
                <c:formatCode>0%</c:formatCode>
                <c:ptCount val="13"/>
                <c:pt idx="0">
                  <c:v>3.5125229077580943E-2</c:v>
                </c:pt>
                <c:pt idx="1">
                  <c:v>3.2163742690058478E-2</c:v>
                </c:pt>
                <c:pt idx="2">
                  <c:v>3.2631899969502901E-2</c:v>
                </c:pt>
                <c:pt idx="3">
                  <c:v>3.7602487984167376E-2</c:v>
                </c:pt>
                <c:pt idx="4">
                  <c:v>2.8714436248682824E-2</c:v>
                </c:pt>
                <c:pt idx="5">
                  <c:v>2.8349222277972905E-2</c:v>
                </c:pt>
                <c:pt idx="6">
                  <c:v>3.1559633027522939E-2</c:v>
                </c:pt>
                <c:pt idx="7">
                  <c:v>3.4927344782034339E-2</c:v>
                </c:pt>
                <c:pt idx="8">
                  <c:v>3.4580972293366229E-2</c:v>
                </c:pt>
                <c:pt idx="9">
                  <c:v>2.9499205639118186E-2</c:v>
                </c:pt>
                <c:pt idx="10">
                  <c:v>3.2602789349755482E-2</c:v>
                </c:pt>
                <c:pt idx="11">
                  <c:v>3.0999651689306861E-2</c:v>
                </c:pt>
                <c:pt idx="12">
                  <c:v>3.3660589060308554E-2</c:v>
                </c:pt>
              </c:numCache>
            </c:numRef>
          </c:val>
          <c:extLst>
            <c:ext xmlns:c16="http://schemas.microsoft.com/office/drawing/2014/chart" uri="{C3380CC4-5D6E-409C-BE32-E72D297353CC}">
              <c16:uniqueId val="{00000006-4D92-184C-97C4-5908A138BFE5}"/>
            </c:ext>
          </c:extLst>
        </c:ser>
        <c:ser>
          <c:idx val="7"/>
          <c:order val="7"/>
          <c:tx>
            <c:strRef>
              <c:f>Sheet2!$A$44</c:f>
              <c:strCache>
                <c:ptCount val="1"/>
                <c:pt idx="0">
                  <c:v>Polymers</c:v>
                </c:pt>
              </c:strCache>
            </c:strRef>
          </c:tx>
          <c:spPr>
            <a:solidFill>
              <a:schemeClr val="accent2">
                <a:lumMod val="60000"/>
              </a:schemeClr>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Sheet2!$B$44:$N$44</c:f>
              <c:numCache>
                <c:formatCode>0%</c:formatCode>
                <c:ptCount val="13"/>
                <c:pt idx="0">
                  <c:v>2.687843616371411E-2</c:v>
                </c:pt>
                <c:pt idx="1">
                  <c:v>2.4269005847953218E-2</c:v>
                </c:pt>
                <c:pt idx="2">
                  <c:v>2.165294297041781E-2</c:v>
                </c:pt>
                <c:pt idx="3">
                  <c:v>2.0921685043822448E-2</c:v>
                </c:pt>
                <c:pt idx="4">
                  <c:v>1.8440463645943098E-2</c:v>
                </c:pt>
                <c:pt idx="5">
                  <c:v>1.93176116407426E-2</c:v>
                </c:pt>
                <c:pt idx="6">
                  <c:v>2.3146788990825694E-2</c:v>
                </c:pt>
                <c:pt idx="7">
                  <c:v>2.1827388815499775E-2</c:v>
                </c:pt>
                <c:pt idx="8">
                  <c:v>2.0316072079900979E-2</c:v>
                </c:pt>
                <c:pt idx="9">
                  <c:v>2.3211843948883291E-2</c:v>
                </c:pt>
                <c:pt idx="10">
                  <c:v>2.209744611483427E-2</c:v>
                </c:pt>
                <c:pt idx="11">
                  <c:v>2.3859282479972134E-2</c:v>
                </c:pt>
                <c:pt idx="12">
                  <c:v>2.4368863955119214E-2</c:v>
                </c:pt>
              </c:numCache>
            </c:numRef>
          </c:val>
          <c:extLst>
            <c:ext xmlns:c16="http://schemas.microsoft.com/office/drawing/2014/chart" uri="{C3380CC4-5D6E-409C-BE32-E72D297353CC}">
              <c16:uniqueId val="{00000007-4D92-184C-97C4-5908A138BFE5}"/>
            </c:ext>
          </c:extLst>
        </c:ser>
        <c:ser>
          <c:idx val="8"/>
          <c:order val="8"/>
          <c:tx>
            <c:strRef>
              <c:f>Sheet2!$A$45</c:f>
              <c:strCache>
                <c:ptCount val="1"/>
                <c:pt idx="0">
                  <c:v>Instrumentation or technique development</c:v>
                </c:pt>
              </c:strCache>
            </c:strRef>
          </c:tx>
          <c:spPr>
            <a:solidFill>
              <a:schemeClr val="accent3">
                <a:lumMod val="60000"/>
              </a:schemeClr>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Sheet2!$B$45:$N$45</c:f>
              <c:numCache>
                <c:formatCode>0%</c:formatCode>
                <c:ptCount val="13"/>
                <c:pt idx="0">
                  <c:v>2.6267562614538789E-2</c:v>
                </c:pt>
                <c:pt idx="1">
                  <c:v>2.3976608187134502E-2</c:v>
                </c:pt>
                <c:pt idx="2">
                  <c:v>2.3787740164684355E-2</c:v>
                </c:pt>
                <c:pt idx="3">
                  <c:v>2.5162567147299971E-2</c:v>
                </c:pt>
                <c:pt idx="4">
                  <c:v>2.4499473129610115E-2</c:v>
                </c:pt>
                <c:pt idx="5">
                  <c:v>1.8314099347717008E-2</c:v>
                </c:pt>
                <c:pt idx="6">
                  <c:v>2.6997706422018354E-2</c:v>
                </c:pt>
                <c:pt idx="7">
                  <c:v>2.4707177454865694E-2</c:v>
                </c:pt>
                <c:pt idx="8">
                  <c:v>2.4130941300045238E-2</c:v>
                </c:pt>
                <c:pt idx="9">
                  <c:v>2.2643505466740935E-2</c:v>
                </c:pt>
                <c:pt idx="10">
                  <c:v>2.6625611302300307E-2</c:v>
                </c:pt>
                <c:pt idx="11">
                  <c:v>2.2814350400557296E-2</c:v>
                </c:pt>
                <c:pt idx="12">
                  <c:v>2.699859747545582E-2</c:v>
                </c:pt>
              </c:numCache>
            </c:numRef>
          </c:val>
          <c:extLst>
            <c:ext xmlns:c16="http://schemas.microsoft.com/office/drawing/2014/chart" uri="{C3380CC4-5D6E-409C-BE32-E72D297353CC}">
              <c16:uniqueId val="{00000008-4D92-184C-97C4-5908A138BFE5}"/>
            </c:ext>
          </c:extLst>
        </c:ser>
        <c:ser>
          <c:idx val="9"/>
          <c:order val="9"/>
          <c:tx>
            <c:strRef>
              <c:f>Sheet2!$A$46</c:f>
              <c:strCache>
                <c:ptCount val="1"/>
                <c:pt idx="0">
                  <c:v>Medical applications</c:v>
                </c:pt>
              </c:strCache>
            </c:strRef>
          </c:tx>
          <c:spPr>
            <a:solidFill>
              <a:schemeClr val="accent4">
                <a:lumMod val="60000"/>
              </a:schemeClr>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Sheet2!$B$46:$N$46</c:f>
              <c:numCache>
                <c:formatCode>0%</c:formatCode>
                <c:ptCount val="13"/>
                <c:pt idx="0">
                  <c:v>2.474037874160049E-2</c:v>
                </c:pt>
                <c:pt idx="1">
                  <c:v>2.2514619883040935E-2</c:v>
                </c:pt>
                <c:pt idx="2">
                  <c:v>2.1347971942665446E-2</c:v>
                </c:pt>
                <c:pt idx="3">
                  <c:v>1.9790783149561775E-2</c:v>
                </c:pt>
                <c:pt idx="4">
                  <c:v>1.9230769230769232E-2</c:v>
                </c:pt>
                <c:pt idx="5">
                  <c:v>2.0572002007024585E-2</c:v>
                </c:pt>
                <c:pt idx="6">
                  <c:v>2.1206422018348627E-2</c:v>
                </c:pt>
                <c:pt idx="7">
                  <c:v>1.8723029502421839E-2</c:v>
                </c:pt>
                <c:pt idx="8">
                  <c:v>1.8287055953408366E-2</c:v>
                </c:pt>
                <c:pt idx="9">
                  <c:v>1.5767172544186907E-2</c:v>
                </c:pt>
                <c:pt idx="10">
                  <c:v>1.6301394674877741E-2</c:v>
                </c:pt>
                <c:pt idx="11">
                  <c:v>1.7938000696621385E-2</c:v>
                </c:pt>
                <c:pt idx="12">
                  <c:v>2.2089761570827489E-2</c:v>
                </c:pt>
              </c:numCache>
            </c:numRef>
          </c:val>
          <c:extLst>
            <c:ext xmlns:c16="http://schemas.microsoft.com/office/drawing/2014/chart" uri="{C3380CC4-5D6E-409C-BE32-E72D297353CC}">
              <c16:uniqueId val="{00000009-4D92-184C-97C4-5908A138BFE5}"/>
            </c:ext>
          </c:extLst>
        </c:ser>
        <c:ser>
          <c:idx val="10"/>
          <c:order val="10"/>
          <c:tx>
            <c:strRef>
              <c:f>Sheet2!$A$47</c:f>
              <c:strCache>
                <c:ptCount val="1"/>
                <c:pt idx="0">
                  <c:v>Other</c:v>
                </c:pt>
              </c:strCache>
            </c:strRef>
          </c:tx>
          <c:spPr>
            <a:solidFill>
              <a:schemeClr val="accent5">
                <a:lumMod val="60000"/>
              </a:schemeClr>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Sheet2!$B$47:$N$47</c:f>
              <c:numCache>
                <c:formatCode>0%</c:formatCode>
                <c:ptCount val="13"/>
                <c:pt idx="0">
                  <c:v>7.6359193646915085E-3</c:v>
                </c:pt>
                <c:pt idx="1">
                  <c:v>1.5204678362573099E-2</c:v>
                </c:pt>
                <c:pt idx="2">
                  <c:v>1.7078377554132357E-2</c:v>
                </c:pt>
                <c:pt idx="3">
                  <c:v>2.0073508623126943E-2</c:v>
                </c:pt>
                <c:pt idx="4">
                  <c:v>1.3171759747102213E-2</c:v>
                </c:pt>
                <c:pt idx="5">
                  <c:v>1.731058705469142E-2</c:v>
                </c:pt>
                <c:pt idx="6">
                  <c:v>2.9316513761467895E-2</c:v>
                </c:pt>
                <c:pt idx="7">
                  <c:v>9.2536327608982814E-3</c:v>
                </c:pt>
                <c:pt idx="8">
                  <c:v>1.4079538229414353E-2</c:v>
                </c:pt>
                <c:pt idx="9">
                  <c:v>1.1154815027394661E-2</c:v>
                </c:pt>
                <c:pt idx="10">
                  <c:v>9.41858358992936E-3</c:v>
                </c:pt>
                <c:pt idx="11">
                  <c:v>1.027516544757924E-2</c:v>
                </c:pt>
                <c:pt idx="12">
                  <c:v>8.7657784011220194E-3</c:v>
                </c:pt>
              </c:numCache>
            </c:numRef>
          </c:val>
          <c:extLst>
            <c:ext xmlns:c16="http://schemas.microsoft.com/office/drawing/2014/chart" uri="{C3380CC4-5D6E-409C-BE32-E72D297353CC}">
              <c16:uniqueId val="{0000000A-4D92-184C-97C4-5908A138BFE5}"/>
            </c:ext>
          </c:extLst>
        </c:ser>
        <c:ser>
          <c:idx val="11"/>
          <c:order val="11"/>
          <c:tx>
            <c:strRef>
              <c:f>Sheet2!$A$48</c:f>
              <c:strCache>
                <c:ptCount val="1"/>
                <c:pt idx="0">
                  <c:v>Optics</c:v>
                </c:pt>
              </c:strCache>
            </c:strRef>
          </c:tx>
          <c:spPr>
            <a:solidFill>
              <a:schemeClr val="accent6">
                <a:lumMod val="60000"/>
              </a:schemeClr>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Sheet2!$B$48:$N$48</c:f>
              <c:numCache>
                <c:formatCode>0%</c:formatCode>
                <c:ptCount val="13"/>
                <c:pt idx="0">
                  <c:v>5.4978619425778861E-3</c:v>
                </c:pt>
                <c:pt idx="1">
                  <c:v>4.3859649122807015E-3</c:v>
                </c:pt>
                <c:pt idx="2">
                  <c:v>4.8795364440378164E-3</c:v>
                </c:pt>
                <c:pt idx="3">
                  <c:v>6.219960418433701E-3</c:v>
                </c:pt>
                <c:pt idx="4">
                  <c:v>3.6880927291886197E-3</c:v>
                </c:pt>
                <c:pt idx="5">
                  <c:v>5.0175614651279477E-3</c:v>
                </c:pt>
                <c:pt idx="6">
                  <c:v>5.8761467889908272E-3</c:v>
                </c:pt>
                <c:pt idx="7">
                  <c:v>5.06164685160722E-3</c:v>
                </c:pt>
                <c:pt idx="8">
                  <c:v>4.9170754263823911E-3</c:v>
                </c:pt>
                <c:pt idx="9">
                  <c:v>2.963613207210958E-3</c:v>
                </c:pt>
                <c:pt idx="10">
                  <c:v>3.622532149972831E-3</c:v>
                </c:pt>
                <c:pt idx="11">
                  <c:v>2.2640195053988156E-3</c:v>
                </c:pt>
                <c:pt idx="12">
                  <c:v>3.5063113604488078E-3</c:v>
                </c:pt>
              </c:numCache>
            </c:numRef>
          </c:val>
          <c:extLst>
            <c:ext xmlns:c16="http://schemas.microsoft.com/office/drawing/2014/chart" uri="{C3380CC4-5D6E-409C-BE32-E72D297353CC}">
              <c16:uniqueId val="{0000000B-4D92-184C-97C4-5908A138BFE5}"/>
            </c:ext>
          </c:extLst>
        </c:ser>
        <c:ser>
          <c:idx val="12"/>
          <c:order val="12"/>
          <c:tx>
            <c:strRef>
              <c:f>Sheet2!$A$49</c:f>
              <c:strCache>
                <c:ptCount val="1"/>
                <c:pt idx="0">
                  <c:v>Purchase of specialty services or materials</c:v>
                </c:pt>
              </c:strCache>
            </c:strRef>
          </c:tx>
          <c:spPr>
            <a:solidFill>
              <a:schemeClr val="accent1">
                <a:lumMod val="80000"/>
                <a:lumOff val="20000"/>
              </a:schemeClr>
            </a:solidFill>
            <a:ln>
              <a:noFill/>
            </a:ln>
            <a:effectLst/>
          </c:spPr>
          <c:invertIfNegative val="0"/>
          <c:cat>
            <c:numRef>
              <c:f>Sheet2!$B$36:$N$36</c:f>
              <c:numCache>
                <c:formatCode>General</c:formatCode>
                <c:ptCount val="13"/>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numCache>
            </c:numRef>
          </c:cat>
          <c:val>
            <c:numRef>
              <c:f>Sheet2!$B$49:$N$49</c:f>
              <c:numCache>
                <c:formatCode>0%</c:formatCode>
                <c:ptCount val="13"/>
                <c:pt idx="0">
                  <c:v>0</c:v>
                </c:pt>
                <c:pt idx="1">
                  <c:v>0</c:v>
                </c:pt>
                <c:pt idx="2">
                  <c:v>0</c:v>
                </c:pt>
                <c:pt idx="3">
                  <c:v>2.827254735651682E-4</c:v>
                </c:pt>
                <c:pt idx="4">
                  <c:v>0</c:v>
                </c:pt>
                <c:pt idx="5">
                  <c:v>0</c:v>
                </c:pt>
                <c:pt idx="6">
                  <c:v>0</c:v>
                </c:pt>
                <c:pt idx="7">
                  <c:v>0</c:v>
                </c:pt>
                <c:pt idx="8">
                  <c:v>0</c:v>
                </c:pt>
                <c:pt idx="9">
                  <c:v>4.6892614038148064E-5</c:v>
                </c:pt>
                <c:pt idx="10">
                  <c:v>0</c:v>
                </c:pt>
                <c:pt idx="11">
                  <c:v>0</c:v>
                </c:pt>
                <c:pt idx="12">
                  <c:v>1.7531556802244039E-4</c:v>
                </c:pt>
              </c:numCache>
            </c:numRef>
          </c:val>
          <c:extLst>
            <c:ext xmlns:c16="http://schemas.microsoft.com/office/drawing/2014/chart" uri="{C3380CC4-5D6E-409C-BE32-E72D297353CC}">
              <c16:uniqueId val="{0000000C-4D92-184C-97C4-5908A138BFE5}"/>
            </c:ext>
          </c:extLst>
        </c:ser>
        <c:dLbls>
          <c:showLegendKey val="0"/>
          <c:showVal val="0"/>
          <c:showCatName val="0"/>
          <c:showSerName val="0"/>
          <c:showPercent val="0"/>
          <c:showBubbleSize val="0"/>
        </c:dLbls>
        <c:gapWidth val="150"/>
        <c:overlap val="100"/>
        <c:axId val="-1440256576"/>
        <c:axId val="-1440254368"/>
      </c:barChart>
      <c:catAx>
        <c:axId val="-1440256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0254368"/>
        <c:crosses val="autoZero"/>
        <c:auto val="1"/>
        <c:lblAlgn val="ctr"/>
        <c:lblOffset val="100"/>
        <c:noMultiLvlLbl val="0"/>
      </c:catAx>
      <c:valAx>
        <c:axId val="-1440254368"/>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0256576"/>
        <c:crosses val="autoZero"/>
        <c:crossBetween val="between"/>
      </c:valAx>
      <c:spPr>
        <a:noFill/>
        <a:ln>
          <a:noFill/>
        </a:ln>
        <a:effectLst/>
      </c:spPr>
    </c:plotArea>
    <c:legend>
      <c:legendPos val="b"/>
      <c:layout>
        <c:manualLayout>
          <c:xMode val="edge"/>
          <c:yMode val="edge"/>
          <c:x val="3.9319366833178097E-2"/>
          <c:y val="0.51961922190918797"/>
          <c:w val="0.91016054948776604"/>
          <c:h val="0.4523481583150730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698" cy="481876"/>
          </a:xfrm>
          <a:prstGeom prst="rect">
            <a:avLst/>
          </a:prstGeom>
        </p:spPr>
        <p:txBody>
          <a:bodyPr vert="horz" lIns="95553" tIns="47776" rIns="95553" bIns="47776" rtlCol="0"/>
          <a:lstStyle>
            <a:lvl1pPr algn="l">
              <a:defRPr sz="1200"/>
            </a:lvl1pPr>
          </a:lstStyle>
          <a:p>
            <a:endParaRPr lang="en-US"/>
          </a:p>
        </p:txBody>
      </p:sp>
      <p:sp>
        <p:nvSpPr>
          <p:cNvPr id="3" name="Date Placeholder 2"/>
          <p:cNvSpPr>
            <a:spLocks noGrp="1"/>
          </p:cNvSpPr>
          <p:nvPr>
            <p:ph type="dt" sz="quarter" idx="1"/>
          </p:nvPr>
        </p:nvSpPr>
        <p:spPr>
          <a:xfrm>
            <a:off x="4143832" y="0"/>
            <a:ext cx="3169698" cy="481876"/>
          </a:xfrm>
          <a:prstGeom prst="rect">
            <a:avLst/>
          </a:prstGeom>
        </p:spPr>
        <p:txBody>
          <a:bodyPr vert="horz" lIns="95553" tIns="47776" rIns="95553" bIns="47776" rtlCol="0"/>
          <a:lstStyle>
            <a:lvl1pPr algn="r">
              <a:defRPr sz="1200"/>
            </a:lvl1pPr>
          </a:lstStyle>
          <a:p>
            <a:fld id="{B691EE03-8B86-4483-A61E-7F251E4A6480}" type="datetimeFigureOut">
              <a:rPr lang="en-US" smtClean="0"/>
              <a:t>12/20/18</a:t>
            </a:fld>
            <a:endParaRPr lang="en-US"/>
          </a:p>
        </p:txBody>
      </p:sp>
      <p:sp>
        <p:nvSpPr>
          <p:cNvPr id="4" name="Footer Placeholder 3"/>
          <p:cNvSpPr>
            <a:spLocks noGrp="1"/>
          </p:cNvSpPr>
          <p:nvPr>
            <p:ph type="ftr" sz="quarter" idx="2"/>
          </p:nvPr>
        </p:nvSpPr>
        <p:spPr>
          <a:xfrm>
            <a:off x="0" y="9119324"/>
            <a:ext cx="3169698" cy="481876"/>
          </a:xfrm>
          <a:prstGeom prst="rect">
            <a:avLst/>
          </a:prstGeom>
        </p:spPr>
        <p:txBody>
          <a:bodyPr vert="horz" lIns="95553" tIns="47776" rIns="95553" bIns="47776" rtlCol="0" anchor="b"/>
          <a:lstStyle>
            <a:lvl1pPr algn="l">
              <a:defRPr sz="1200"/>
            </a:lvl1pPr>
          </a:lstStyle>
          <a:p>
            <a:endParaRPr lang="en-US"/>
          </a:p>
        </p:txBody>
      </p:sp>
      <p:sp>
        <p:nvSpPr>
          <p:cNvPr id="5" name="Slide Number Placeholder 4"/>
          <p:cNvSpPr>
            <a:spLocks noGrp="1"/>
          </p:cNvSpPr>
          <p:nvPr>
            <p:ph type="sldNum" sz="quarter" idx="3"/>
          </p:nvPr>
        </p:nvSpPr>
        <p:spPr>
          <a:xfrm>
            <a:off x="4143832" y="9119324"/>
            <a:ext cx="3169698" cy="481876"/>
          </a:xfrm>
          <a:prstGeom prst="rect">
            <a:avLst/>
          </a:prstGeom>
        </p:spPr>
        <p:txBody>
          <a:bodyPr vert="horz" lIns="95553" tIns="47776" rIns="95553" bIns="47776" rtlCol="0" anchor="b"/>
          <a:lstStyle>
            <a:lvl1pPr algn="r">
              <a:defRPr sz="1200"/>
            </a:lvl1pPr>
          </a:lstStyle>
          <a:p>
            <a:fld id="{06B5E9DE-290D-4688-9E0B-EC76B12906A3}" type="slidenum">
              <a:rPr lang="en-US" smtClean="0"/>
              <a:t>‹#›</a:t>
            </a:fld>
            <a:endParaRPr lang="en-US"/>
          </a:p>
        </p:txBody>
      </p:sp>
    </p:spTree>
    <p:extLst>
      <p:ext uri="{BB962C8B-B14F-4D97-AF65-F5344CB8AC3E}">
        <p14:creationId xmlns:p14="http://schemas.microsoft.com/office/powerpoint/2010/main" val="2039260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6" tIns="48324" rIns="96646" bIns="48324" rtlCol="0"/>
          <a:lstStyle>
            <a:lvl1pPr algn="l">
              <a:defRPr sz="1200"/>
            </a:lvl1pPr>
          </a:lstStyle>
          <a:p>
            <a:endParaRPr lang="en-US"/>
          </a:p>
        </p:txBody>
      </p:sp>
      <p:sp>
        <p:nvSpPr>
          <p:cNvPr id="3" name="Date Placeholder 2"/>
          <p:cNvSpPr>
            <a:spLocks noGrp="1"/>
          </p:cNvSpPr>
          <p:nvPr>
            <p:ph type="dt" idx="1"/>
          </p:nvPr>
        </p:nvSpPr>
        <p:spPr>
          <a:xfrm>
            <a:off x="4143589" y="0"/>
            <a:ext cx="3169920" cy="480060"/>
          </a:xfrm>
          <a:prstGeom prst="rect">
            <a:avLst/>
          </a:prstGeom>
        </p:spPr>
        <p:txBody>
          <a:bodyPr vert="horz" lIns="96646" tIns="48324" rIns="96646" bIns="48324" rtlCol="0"/>
          <a:lstStyle>
            <a:lvl1pPr algn="r">
              <a:defRPr sz="1200"/>
            </a:lvl1pPr>
          </a:lstStyle>
          <a:p>
            <a:fld id="{1AF9D93D-2DCD-4941-9148-539F4B11DA5A}" type="datetimeFigureOut">
              <a:rPr lang="en-US" smtClean="0"/>
              <a:t>12/20/18</a:t>
            </a:fld>
            <a:endParaRPr lang="en-US"/>
          </a:p>
        </p:txBody>
      </p:sp>
      <p:sp>
        <p:nvSpPr>
          <p:cNvPr id="4" name="Slide Image Placeholder 3"/>
          <p:cNvSpPr>
            <a:spLocks noGrp="1" noRot="1" noChangeAspect="1"/>
          </p:cNvSpPr>
          <p:nvPr>
            <p:ph type="sldImg" idx="2"/>
          </p:nvPr>
        </p:nvSpPr>
        <p:spPr>
          <a:xfrm>
            <a:off x="457200" y="719138"/>
            <a:ext cx="6400800" cy="3600450"/>
          </a:xfrm>
          <a:prstGeom prst="rect">
            <a:avLst/>
          </a:prstGeom>
          <a:noFill/>
          <a:ln w="12700">
            <a:solidFill>
              <a:prstClr val="black"/>
            </a:solidFill>
          </a:ln>
        </p:spPr>
        <p:txBody>
          <a:bodyPr vert="horz" lIns="96646" tIns="48324" rIns="96646" bIns="48324"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46" tIns="48324" rIns="96646"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6" tIns="48324" rIns="96646" bIns="48324" rtlCol="0" anchor="b"/>
          <a:lstStyle>
            <a:lvl1pPr algn="l">
              <a:defRPr sz="1200"/>
            </a:lvl1pPr>
          </a:lstStyle>
          <a:p>
            <a:endParaRPr lang="en-US"/>
          </a:p>
        </p:txBody>
      </p:sp>
      <p:sp>
        <p:nvSpPr>
          <p:cNvPr id="7" name="Slide Number Placeholder 6"/>
          <p:cNvSpPr>
            <a:spLocks noGrp="1"/>
          </p:cNvSpPr>
          <p:nvPr>
            <p:ph type="sldNum" sz="quarter" idx="5"/>
          </p:nvPr>
        </p:nvSpPr>
        <p:spPr>
          <a:xfrm>
            <a:off x="4143589" y="9119474"/>
            <a:ext cx="3169920" cy="480060"/>
          </a:xfrm>
          <a:prstGeom prst="rect">
            <a:avLst/>
          </a:prstGeom>
        </p:spPr>
        <p:txBody>
          <a:bodyPr vert="horz" lIns="96646" tIns="48324" rIns="96646" bIns="48324" rtlCol="0" anchor="b"/>
          <a:lstStyle>
            <a:lvl1pPr algn="r">
              <a:defRPr sz="1200"/>
            </a:lvl1pPr>
          </a:lstStyle>
          <a:p>
            <a:fld id="{96257B74-7AA3-6D4E-A5F4-7C976DCE7D18}" type="slidenum">
              <a:rPr lang="en-US" smtClean="0"/>
              <a:t>‹#›</a:t>
            </a:fld>
            <a:endParaRPr lang="en-US"/>
          </a:p>
        </p:txBody>
      </p:sp>
    </p:spTree>
    <p:extLst>
      <p:ext uri="{BB962C8B-B14F-4D97-AF65-F5344CB8AC3E}">
        <p14:creationId xmlns:p14="http://schemas.microsoft.com/office/powerpoint/2010/main" val="73348034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6"/>
          <p:cNvSpPr>
            <a:spLocks noGrp="1" noChangeArrowheads="1"/>
          </p:cNvSpPr>
          <p:nvPr>
            <p:ph type="sldNum" sz="quarter"/>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a:tabLst>
                <a:tab pos="764916" algn="l"/>
                <a:tab pos="1529833" algn="l"/>
                <a:tab pos="2294749" algn="l"/>
                <a:tab pos="3059666" algn="l"/>
              </a:tabLst>
              <a:defRPr sz="2500">
                <a:solidFill>
                  <a:schemeClr val="tx1"/>
                </a:solidFill>
                <a:latin typeface="Arial" charset="0"/>
                <a:ea typeface="ＭＳ Ｐゴシック" charset="0"/>
                <a:cs typeface="ＭＳ Ｐゴシック" charset="0"/>
              </a:defRPr>
            </a:lvl1pPr>
            <a:lvl2pPr eaLnBrk="0">
              <a:tabLst>
                <a:tab pos="764916" algn="l"/>
                <a:tab pos="1529833" algn="l"/>
                <a:tab pos="2294749" algn="l"/>
                <a:tab pos="3059666" algn="l"/>
              </a:tabLst>
              <a:defRPr sz="2500">
                <a:solidFill>
                  <a:schemeClr val="tx1"/>
                </a:solidFill>
                <a:latin typeface="Arial" charset="0"/>
                <a:ea typeface="ＭＳ Ｐゴシック" charset="0"/>
              </a:defRPr>
            </a:lvl2pPr>
            <a:lvl3pPr eaLnBrk="0">
              <a:tabLst>
                <a:tab pos="764916" algn="l"/>
                <a:tab pos="1529833" algn="l"/>
                <a:tab pos="2294749" algn="l"/>
                <a:tab pos="3059666" algn="l"/>
              </a:tabLst>
              <a:defRPr sz="2500">
                <a:solidFill>
                  <a:schemeClr val="tx1"/>
                </a:solidFill>
                <a:latin typeface="Arial" charset="0"/>
                <a:ea typeface="ＭＳ Ｐゴシック" charset="0"/>
              </a:defRPr>
            </a:lvl3pPr>
            <a:lvl4pPr eaLnBrk="0">
              <a:tabLst>
                <a:tab pos="764916" algn="l"/>
                <a:tab pos="1529833" algn="l"/>
                <a:tab pos="2294749" algn="l"/>
                <a:tab pos="3059666" algn="l"/>
              </a:tabLst>
              <a:defRPr sz="2500">
                <a:solidFill>
                  <a:schemeClr val="tx1"/>
                </a:solidFill>
                <a:latin typeface="Arial" charset="0"/>
                <a:ea typeface="ＭＳ Ｐゴシック" charset="0"/>
              </a:defRPr>
            </a:lvl4pPr>
            <a:lvl5pPr eaLnBrk="0">
              <a:tabLst>
                <a:tab pos="764916" algn="l"/>
                <a:tab pos="1529833" algn="l"/>
                <a:tab pos="2294749" algn="l"/>
                <a:tab pos="3059666" algn="l"/>
              </a:tabLst>
              <a:defRPr sz="2500">
                <a:solidFill>
                  <a:schemeClr val="tx1"/>
                </a:solidFill>
                <a:latin typeface="Arial" charset="0"/>
                <a:ea typeface="ＭＳ Ｐゴシック" charset="0"/>
              </a:defRPr>
            </a:lvl5pPr>
            <a:lvl6pPr marL="2657075" indent="-241552" eaLnBrk="0" fontAlgn="base" hangingPunct="0">
              <a:lnSpc>
                <a:spcPct val="93000"/>
              </a:lnSpc>
              <a:spcBef>
                <a:spcPct val="0"/>
              </a:spcBef>
              <a:spcAft>
                <a:spcPct val="0"/>
              </a:spcAft>
              <a:buClr>
                <a:srgbClr val="000000"/>
              </a:buClr>
              <a:buSzPct val="100000"/>
              <a:buFont typeface="Times New Roman" charset="0"/>
              <a:tabLst>
                <a:tab pos="764916" algn="l"/>
                <a:tab pos="1529833" algn="l"/>
                <a:tab pos="2294749" algn="l"/>
                <a:tab pos="3059666" algn="l"/>
              </a:tabLst>
              <a:defRPr sz="2500">
                <a:solidFill>
                  <a:schemeClr val="tx1"/>
                </a:solidFill>
                <a:latin typeface="Arial" charset="0"/>
                <a:ea typeface="ＭＳ Ｐゴシック" charset="0"/>
              </a:defRPr>
            </a:lvl6pPr>
            <a:lvl7pPr marL="3140183" indent="-241552" eaLnBrk="0" fontAlgn="base" hangingPunct="0">
              <a:lnSpc>
                <a:spcPct val="93000"/>
              </a:lnSpc>
              <a:spcBef>
                <a:spcPct val="0"/>
              </a:spcBef>
              <a:spcAft>
                <a:spcPct val="0"/>
              </a:spcAft>
              <a:buClr>
                <a:srgbClr val="000000"/>
              </a:buClr>
              <a:buSzPct val="100000"/>
              <a:buFont typeface="Times New Roman" charset="0"/>
              <a:tabLst>
                <a:tab pos="764916" algn="l"/>
                <a:tab pos="1529833" algn="l"/>
                <a:tab pos="2294749" algn="l"/>
                <a:tab pos="3059666" algn="l"/>
              </a:tabLst>
              <a:defRPr sz="2500">
                <a:solidFill>
                  <a:schemeClr val="tx1"/>
                </a:solidFill>
                <a:latin typeface="Arial" charset="0"/>
                <a:ea typeface="ＭＳ Ｐゴシック" charset="0"/>
              </a:defRPr>
            </a:lvl7pPr>
            <a:lvl8pPr marL="3623288" indent="-241552" eaLnBrk="0" fontAlgn="base" hangingPunct="0">
              <a:lnSpc>
                <a:spcPct val="93000"/>
              </a:lnSpc>
              <a:spcBef>
                <a:spcPct val="0"/>
              </a:spcBef>
              <a:spcAft>
                <a:spcPct val="0"/>
              </a:spcAft>
              <a:buClr>
                <a:srgbClr val="000000"/>
              </a:buClr>
              <a:buSzPct val="100000"/>
              <a:buFont typeface="Times New Roman" charset="0"/>
              <a:tabLst>
                <a:tab pos="764916" algn="l"/>
                <a:tab pos="1529833" algn="l"/>
                <a:tab pos="2294749" algn="l"/>
                <a:tab pos="3059666" algn="l"/>
              </a:tabLst>
              <a:defRPr sz="2500">
                <a:solidFill>
                  <a:schemeClr val="tx1"/>
                </a:solidFill>
                <a:latin typeface="Arial" charset="0"/>
                <a:ea typeface="ＭＳ Ｐゴシック" charset="0"/>
              </a:defRPr>
            </a:lvl8pPr>
            <a:lvl9pPr marL="4106394" indent="-241552" eaLnBrk="0" fontAlgn="base" hangingPunct="0">
              <a:lnSpc>
                <a:spcPct val="93000"/>
              </a:lnSpc>
              <a:spcBef>
                <a:spcPct val="0"/>
              </a:spcBef>
              <a:spcAft>
                <a:spcPct val="0"/>
              </a:spcAft>
              <a:buClr>
                <a:srgbClr val="000000"/>
              </a:buClr>
              <a:buSzPct val="100000"/>
              <a:buFont typeface="Times New Roman" charset="0"/>
              <a:tabLst>
                <a:tab pos="764916" algn="l"/>
                <a:tab pos="1529833" algn="l"/>
                <a:tab pos="2294749" algn="l"/>
                <a:tab pos="3059666" algn="l"/>
              </a:tabLst>
              <a:defRPr sz="2500">
                <a:solidFill>
                  <a:schemeClr val="tx1"/>
                </a:solidFill>
                <a:latin typeface="Arial" charset="0"/>
                <a:ea typeface="ＭＳ Ｐゴシック" charset="0"/>
              </a:defRPr>
            </a:lvl9pPr>
          </a:lstStyle>
          <a:p>
            <a:pPr eaLnBrk="1"/>
            <a:fld id="{84BE3096-FF3B-1648-A643-D3909CD99245}" type="slidenum">
              <a:rPr lang="en-US" sz="1500">
                <a:solidFill>
                  <a:srgbClr val="000000"/>
                </a:solidFill>
                <a:latin typeface="Times New Roman" charset="0"/>
              </a:rPr>
              <a:pPr eaLnBrk="1"/>
              <a:t>1</a:t>
            </a:fld>
            <a:endParaRPr lang="en-US" sz="1500" dirty="0">
              <a:solidFill>
                <a:srgbClr val="000000"/>
              </a:solidFill>
              <a:latin typeface="Times New Roman" charset="0"/>
            </a:endParaRPr>
          </a:p>
        </p:txBody>
      </p:sp>
      <p:sp>
        <p:nvSpPr>
          <p:cNvPr id="16385" name="Rectangle 1"/>
          <p:cNvSpPr>
            <a:spLocks noChangeArrowheads="1"/>
          </p:cNvSpPr>
          <p:nvPr/>
        </p:nvSpPr>
        <p:spPr bwMode="auto">
          <a:xfrm>
            <a:off x="6" y="0"/>
            <a:ext cx="1694" cy="166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txBody>
          <a:bodyPr lIns="95100" tIns="47553" rIns="95100" bIns="47553"/>
          <a:lstStyle/>
          <a:p>
            <a:pPr defTabSz="966423" fontAlgn="auto">
              <a:spcBef>
                <a:spcPts val="0"/>
              </a:spcBef>
              <a:spcAft>
                <a:spcPts val="0"/>
              </a:spcAft>
              <a:defRPr/>
            </a:pPr>
            <a:r>
              <a:rPr lang="en-US" dirty="0" err="1">
                <a:solidFill>
                  <a:srgbClr val="404040"/>
                </a:solidFill>
                <a:latin typeface="Calibri" charset="0"/>
                <a:ea typeface="+mn-ea"/>
              </a:rPr>
              <a:t>Univ</a:t>
            </a:r>
            <a:r>
              <a:rPr lang="en-US" dirty="0">
                <a:solidFill>
                  <a:srgbClr val="404040"/>
                </a:solidFill>
                <a:latin typeface="Calibri" charset="0"/>
                <a:ea typeface="+mn-ea"/>
              </a:rPr>
              <a:t> of Chicago Review, Aug. 30, 2010</a:t>
            </a:r>
          </a:p>
        </p:txBody>
      </p:sp>
      <p:sp>
        <p:nvSpPr>
          <p:cNvPr id="16386" name="Rectangle 2"/>
          <p:cNvSpPr>
            <a:spLocks noChangeArrowheads="1"/>
          </p:cNvSpPr>
          <p:nvPr/>
        </p:nvSpPr>
        <p:spPr bwMode="auto">
          <a:xfrm>
            <a:off x="6" y="0"/>
            <a:ext cx="1694" cy="166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txBody>
          <a:bodyPr lIns="95100" tIns="47553" rIns="95100" bIns="47553"/>
          <a:lstStyle/>
          <a:p>
            <a:pPr defTabSz="966423" fontAlgn="auto">
              <a:spcBef>
                <a:spcPts val="0"/>
              </a:spcBef>
              <a:spcAft>
                <a:spcPts val="0"/>
              </a:spcAft>
              <a:defRPr/>
            </a:pPr>
            <a:fld id="{D8C02FBE-B1A1-9949-B8FC-82EFBC57DDE8}" type="slidenum">
              <a:rPr lang="en-US">
                <a:solidFill>
                  <a:srgbClr val="404040"/>
                </a:solidFill>
                <a:latin typeface="Calibri" charset="0"/>
                <a:ea typeface="+mn-ea"/>
              </a:rPr>
              <a:pPr defTabSz="966423" fontAlgn="auto">
                <a:spcBef>
                  <a:spcPts val="0"/>
                </a:spcBef>
                <a:spcAft>
                  <a:spcPts val="0"/>
                </a:spcAft>
                <a:defRPr/>
              </a:pPr>
              <a:t>1</a:t>
            </a:fld>
            <a:endParaRPr lang="en-US">
              <a:solidFill>
                <a:srgbClr val="404040"/>
              </a:solidFill>
              <a:latin typeface="Calibri" charset="0"/>
              <a:ea typeface="+mn-ea"/>
            </a:endParaRPr>
          </a:p>
        </p:txBody>
      </p:sp>
      <p:sp>
        <p:nvSpPr>
          <p:cNvPr id="16387" name="Text Box 3"/>
          <p:cNvSpPr>
            <a:spLocks noGrp="1" noChangeArrowheads="1"/>
          </p:cNvSpPr>
          <p:nvPr>
            <p:ph type="body"/>
          </p:nvPr>
        </p:nvSpPr>
        <p:spPr>
          <a:xfrm>
            <a:off x="7" y="2"/>
            <a:ext cx="301917" cy="47219"/>
          </a:xfrm>
          <a:extLs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1">
              <a:spcBef>
                <a:spcPct val="0"/>
              </a:spcBef>
              <a:defRPr/>
            </a:pPr>
            <a:endParaRPr lang="en-US" sz="2100" dirty="0">
              <a:latin typeface="Arial" charset="0"/>
              <a:cs typeface="WenQuanYi Zen Hei" charset="0"/>
            </a:endParaRPr>
          </a:p>
        </p:txBody>
      </p:sp>
    </p:spTree>
    <p:extLst>
      <p:ext uri="{BB962C8B-B14F-4D97-AF65-F5344CB8AC3E}">
        <p14:creationId xmlns:p14="http://schemas.microsoft.com/office/powerpoint/2010/main" val="1166382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2020 delays</a:t>
            </a:r>
            <a:r>
              <a:rPr lang="mr-IN" dirty="0"/>
              <a:t>…</a:t>
            </a:r>
            <a:r>
              <a:rPr lang="en-US" dirty="0"/>
              <a:t>we have 160M of estimated procurements</a:t>
            </a:r>
            <a:r>
              <a:rPr lang="mr-IN" dirty="0"/>
              <a:t>…</a:t>
            </a:r>
            <a:r>
              <a:rPr lang="en-US" dirty="0"/>
              <a:t>or ~13.3M</a:t>
            </a:r>
            <a:r>
              <a:rPr lang="en-US" baseline="0" dirty="0"/>
              <a:t> per month.  So</a:t>
            </a:r>
            <a:r>
              <a:rPr lang="mr-IN" baseline="0" dirty="0"/>
              <a:t>…</a:t>
            </a:r>
            <a:r>
              <a:rPr lang="en-US" baseline="0" dirty="0"/>
              <a:t>a 80M reduction in funding equals a 6 month delay basically; a 40M reduction equals a 3 month delay; etc.</a:t>
            </a:r>
          </a:p>
          <a:p>
            <a:endParaRPr lang="en-US" baseline="0" dirty="0"/>
          </a:p>
          <a:p>
            <a:r>
              <a:rPr lang="en-US" baseline="0" dirty="0"/>
              <a:t>I suggest asking for 40M bump up in FY20 (get feedback from HK?) by moving the money forward from FY22 for instance (TPC stays constant</a:t>
            </a:r>
            <a:r>
              <a:rPr lang="mr-IN" baseline="0" dirty="0"/>
              <a:t>…</a:t>
            </a:r>
            <a:r>
              <a:rPr lang="en-US" baseline="0" dirty="0"/>
              <a:t>be sure to say that).  The full procurement of the long beamline building is 17M in TY, escalated, </a:t>
            </a:r>
            <a:r>
              <a:rPr lang="en-US" baseline="0" dirty="0" err="1"/>
              <a:t>etc</a:t>
            </a:r>
            <a:r>
              <a:rPr lang="en-US" baseline="0" dirty="0"/>
              <a:t> (we are guessing it will be lower but</a:t>
            </a:r>
            <a:r>
              <a:rPr lang="mr-IN" baseline="0" dirty="0"/>
              <a:t>…</a:t>
            </a:r>
            <a:r>
              <a:rPr lang="en-US" baseline="0" dirty="0"/>
              <a:t>.).  Beyond that it buys us flexibility (the other stuff we specifically moved out 0.9M of orbit feedback controllers; 1.6M of unipolar controllers; and 1.7M of hutches (33-ID)</a:t>
            </a:r>
          </a:p>
          <a:p>
            <a:endParaRPr lang="en-US" dirty="0"/>
          </a:p>
        </p:txBody>
      </p:sp>
      <p:sp>
        <p:nvSpPr>
          <p:cNvPr id="4" name="Slide Number Placeholder 3"/>
          <p:cNvSpPr>
            <a:spLocks noGrp="1"/>
          </p:cNvSpPr>
          <p:nvPr>
            <p:ph type="sldNum" sz="quarter" idx="10"/>
          </p:nvPr>
        </p:nvSpPr>
        <p:spPr/>
        <p:txBody>
          <a:bodyPr/>
          <a:lstStyle/>
          <a:p>
            <a:fld id="{96257B74-7AA3-6D4E-A5F4-7C976DCE7D18}" type="slidenum">
              <a:rPr lang="en-US" smtClean="0"/>
              <a:t>4</a:t>
            </a:fld>
            <a:endParaRPr lang="en-US"/>
          </a:p>
        </p:txBody>
      </p:sp>
    </p:spTree>
    <p:extLst>
      <p:ext uri="{BB962C8B-B14F-4D97-AF65-F5344CB8AC3E}">
        <p14:creationId xmlns:p14="http://schemas.microsoft.com/office/powerpoint/2010/main" val="4256229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Bob suggest you use this slide instead of the one you have.  I tweaked</a:t>
            </a:r>
            <a:r>
              <a:rPr lang="en-US" baseline="0" dirty="0"/>
              <a:t> the schedule contingency arrow a little.</a:t>
            </a:r>
            <a:endParaRPr lang="en-US" dirty="0"/>
          </a:p>
        </p:txBody>
      </p:sp>
      <p:sp>
        <p:nvSpPr>
          <p:cNvPr id="4" name="Slide Number Placeholder 3"/>
          <p:cNvSpPr>
            <a:spLocks noGrp="1"/>
          </p:cNvSpPr>
          <p:nvPr>
            <p:ph type="sldNum" sz="quarter" idx="10"/>
          </p:nvPr>
        </p:nvSpPr>
        <p:spPr/>
        <p:txBody>
          <a:bodyPr/>
          <a:lstStyle/>
          <a:p>
            <a:fld id="{96257B74-7AA3-6D4E-A5F4-7C976DCE7D18}" type="slidenum">
              <a:rPr lang="en-US" smtClean="0"/>
              <a:t>5</a:t>
            </a:fld>
            <a:endParaRPr lang="en-US"/>
          </a:p>
        </p:txBody>
      </p:sp>
    </p:spTree>
    <p:extLst>
      <p:ext uri="{BB962C8B-B14F-4D97-AF65-F5344CB8AC3E}">
        <p14:creationId xmlns:p14="http://schemas.microsoft.com/office/powerpoint/2010/main" val="24567478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hasCustomPrompt="1"/>
          </p:nvPr>
        </p:nvSpPr>
        <p:spPr/>
        <p:txBody>
          <a:bodyPr/>
          <a:lstStyle>
            <a:lvl1pPr>
              <a:defRPr>
                <a:solidFill>
                  <a:srgbClr val="000000"/>
                </a:solidFill>
              </a:defRPr>
            </a:lvl1pPr>
            <a:lvl2pPr marL="573088" indent="-298450">
              <a:defRPr>
                <a:solidFill>
                  <a:srgbClr val="000000"/>
                </a:solidFill>
              </a:defRPr>
            </a:lvl2pPr>
            <a:lvl3pPr marL="519113" indent="217488">
              <a:buFont typeface="Arial" panose="020B0604020202020204" pitchFamily="34" charset="0"/>
              <a:buChar char="•"/>
              <a:defRPr>
                <a:solidFill>
                  <a:srgbClr val="000000"/>
                </a:solidFill>
              </a:defRPr>
            </a:lvl3pPr>
          </a:lstStyle>
          <a:p>
            <a:pPr lvl="0"/>
            <a:r>
              <a:rPr lang="en-US" dirty="0"/>
              <a:t>Click to add 1st-level bullet</a:t>
            </a:r>
          </a:p>
          <a:p>
            <a:pPr lvl="1"/>
            <a:r>
              <a:rPr lang="en-US" dirty="0"/>
              <a:t>Second level</a:t>
            </a:r>
          </a:p>
          <a:p>
            <a:pPr lvl="2"/>
            <a:r>
              <a:rPr lang="en-US" dirty="0"/>
              <a:t>Third level</a:t>
            </a:r>
          </a:p>
        </p:txBody>
      </p:sp>
      <p:pic>
        <p:nvPicPr>
          <p:cNvPr id="9" name="Picture 2" descr="C:\Users\amiesen\Desktop\anlrgbpptlogo.png">
            <a:extLst>
              <a:ext uri="{FF2B5EF4-FFF2-40B4-BE49-F238E27FC236}">
                <a16:creationId xmlns:a16="http://schemas.microsoft.com/office/drawing/2014/main" id="{0BE5278A-4530-FE40-BC51-BC9AFDDF800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67986" y="6399990"/>
            <a:ext cx="1034357" cy="372625"/>
          </a:xfrm>
          <a:prstGeom prst="rect">
            <a:avLst/>
          </a:prstGeom>
          <a:noFill/>
          <a:extLst>
            <a:ext uri="{909E8E84-426E-40dd-AFC4-6F175D3DCCD1}">
              <a14:hiddenFill xmlns=""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5DE8B1DD-C91C-9E44-BB79-41447ACB4C6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9282" y="6466009"/>
            <a:ext cx="1891671" cy="240587"/>
          </a:xfrm>
          <a:prstGeom prst="rect">
            <a:avLst/>
          </a:prstGeom>
        </p:spPr>
      </p:pic>
      <p:sp>
        <p:nvSpPr>
          <p:cNvPr id="11" name="Slide Number Placeholder 7">
            <a:extLst>
              <a:ext uri="{FF2B5EF4-FFF2-40B4-BE49-F238E27FC236}">
                <a16:creationId xmlns:a16="http://schemas.microsoft.com/office/drawing/2014/main" id="{BCDD2189-9FA3-5947-85D1-005D425E6B67}"/>
              </a:ext>
            </a:extLst>
          </p:cNvPr>
          <p:cNvSpPr>
            <a:spLocks noGrp="1"/>
          </p:cNvSpPr>
          <p:nvPr>
            <p:ph type="sldNum" sz="quarter" idx="13"/>
          </p:nvPr>
        </p:nvSpPr>
        <p:spPr>
          <a:xfrm>
            <a:off x="-12035" y="6436086"/>
            <a:ext cx="405061" cy="294417"/>
          </a:xfrm>
          <a:prstGeom prst="rect">
            <a:avLst/>
          </a:prstGeom>
        </p:spPr>
        <p:txBody>
          <a:bodyPr anchor="ctr"/>
          <a:lstStyle>
            <a:lvl1pPr algn="ctr">
              <a:defRPr sz="1200">
                <a:solidFill>
                  <a:schemeClr val="bg1"/>
                </a:solidFill>
              </a:defRPr>
            </a:lvl1pPr>
          </a:lstStyle>
          <a:p>
            <a:fld id="{AEFAAC5A-9C4F-4278-920D-DF2BAB595749}" type="slidenum">
              <a:rPr lang="en-US" smtClean="0"/>
              <a:pPr/>
              <a:t>‹#›</a:t>
            </a:fld>
            <a:endParaRPr lang="en-US" dirty="0"/>
          </a:p>
        </p:txBody>
      </p:sp>
    </p:spTree>
    <p:extLst>
      <p:ext uri="{BB962C8B-B14F-4D97-AF65-F5344CB8AC3E}">
        <p14:creationId xmlns:p14="http://schemas.microsoft.com/office/powerpoint/2010/main" val="1369687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lumns-TWO">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11417300" y="6513801"/>
            <a:ext cx="609600" cy="182880"/>
          </a:xfrm>
          <a:prstGeom prst="rect">
            <a:avLst/>
          </a:prstGeom>
        </p:spPr>
        <p:txBody>
          <a:bodyPr/>
          <a:lstStyle>
            <a:lvl1pPr>
              <a:defRPr>
                <a:solidFill>
                  <a:srgbClr val="232425"/>
                </a:solidFill>
              </a:defRPr>
            </a:lvl1pPr>
          </a:lstStyle>
          <a:p>
            <a:fld id="{AEFAAC5A-9C4F-4278-920D-DF2BAB595749}" type="slidenum">
              <a:rPr lang="en-US" smtClean="0">
                <a:latin typeface="Arial"/>
              </a:rPr>
              <a:pPr/>
              <a:t>‹#›</a:t>
            </a:fld>
            <a:endParaRPr lang="en-US" dirty="0">
              <a:latin typeface="Arial"/>
            </a:endParaRPr>
          </a:p>
        </p:txBody>
      </p:sp>
      <p:sp>
        <p:nvSpPr>
          <p:cNvPr id="7" name="Text Placeholder 5"/>
          <p:cNvSpPr>
            <a:spLocks noGrp="1"/>
          </p:cNvSpPr>
          <p:nvPr>
            <p:ph type="body" sz="quarter" idx="12" hasCustomPrompt="1"/>
          </p:nvPr>
        </p:nvSpPr>
        <p:spPr>
          <a:xfrm>
            <a:off x="609601" y="1168749"/>
            <a:ext cx="11163868" cy="499715"/>
          </a:xfrm>
        </p:spPr>
        <p:txBody>
          <a:bodyPr bIns="0">
            <a:noAutofit/>
          </a:bodyPr>
          <a:lstStyle>
            <a:lvl1pPr marL="0" indent="0">
              <a:lnSpc>
                <a:spcPct val="90000"/>
              </a:lnSpc>
              <a:spcBef>
                <a:spcPts val="0"/>
              </a:spcBef>
              <a:buNone/>
              <a:defRPr sz="2400" b="0">
                <a:solidFill>
                  <a:srgbClr val="000000"/>
                </a:solidFill>
              </a:defRPr>
            </a:lvl1pPr>
          </a:lstStyle>
          <a:p>
            <a:r>
              <a:rPr lang="en-US" dirty="0"/>
              <a:t>Slide subtitle optional -  delete as needed</a:t>
            </a:r>
          </a:p>
        </p:txBody>
      </p:sp>
      <p:sp>
        <p:nvSpPr>
          <p:cNvPr id="4" name="Text Placeholder 3"/>
          <p:cNvSpPr>
            <a:spLocks noGrp="1"/>
          </p:cNvSpPr>
          <p:nvPr>
            <p:ph type="body" sz="quarter" idx="13"/>
          </p:nvPr>
        </p:nvSpPr>
        <p:spPr>
          <a:xfrm>
            <a:off x="609600" y="1699996"/>
            <a:ext cx="5364480" cy="4422775"/>
          </a:xfrm>
        </p:spPr>
        <p:txBody>
          <a:bodyPr/>
          <a:lstStyle>
            <a:lvl1pPr>
              <a:defRPr sz="2400">
                <a:solidFill>
                  <a:srgbClr val="000000"/>
                </a:solidFill>
              </a:defRPr>
            </a:lvl1pPr>
            <a:lvl2pPr marL="573088" indent="-298450">
              <a:spcBef>
                <a:spcPts val="0"/>
              </a:spcBef>
              <a:defRPr sz="2000">
                <a:solidFill>
                  <a:srgbClr val="000000"/>
                </a:solidFill>
              </a:defRPr>
            </a:lvl2pPr>
            <a:lvl3pPr marL="682625" indent="-184150">
              <a:defRPr sz="1800">
                <a:solidFill>
                  <a:srgbClr val="000000"/>
                </a:solidFill>
              </a:defRPr>
            </a:lvl3pPr>
            <a:lvl4pPr marL="865188" indent="-171450">
              <a:defRPr sz="1600">
                <a:solidFill>
                  <a:srgbClr val="000000"/>
                </a:solidFill>
              </a:defRPr>
            </a:lvl4pPr>
            <a:lvl5pPr marL="1084263" indent="-171450">
              <a:defRPr sz="1400">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 Fourth Level</a:t>
            </a:r>
          </a:p>
        </p:txBody>
      </p:sp>
      <p:sp>
        <p:nvSpPr>
          <p:cNvPr id="15" name="Text Placeholder 3"/>
          <p:cNvSpPr>
            <a:spLocks noGrp="1"/>
          </p:cNvSpPr>
          <p:nvPr>
            <p:ph type="body" sz="quarter" idx="14"/>
          </p:nvPr>
        </p:nvSpPr>
        <p:spPr>
          <a:xfrm>
            <a:off x="6267451" y="1685707"/>
            <a:ext cx="5364480" cy="4422775"/>
          </a:xfrm>
        </p:spPr>
        <p:txBody>
          <a:bodyPr/>
          <a:lstStyle>
            <a:lvl1pPr>
              <a:defRPr sz="2400">
                <a:solidFill>
                  <a:srgbClr val="000000"/>
                </a:solidFill>
              </a:defRPr>
            </a:lvl1pPr>
            <a:lvl2pPr marL="573088" indent="-298450">
              <a:spcBef>
                <a:spcPts val="0"/>
              </a:spcBef>
              <a:defRPr sz="2000">
                <a:solidFill>
                  <a:srgbClr val="000000"/>
                </a:solidFill>
              </a:defRPr>
            </a:lvl2pPr>
            <a:lvl3pPr marL="682625" indent="-184150">
              <a:defRPr sz="1800">
                <a:solidFill>
                  <a:srgbClr val="000000"/>
                </a:solidFill>
              </a:defRPr>
            </a:lvl3pPr>
            <a:lvl4pPr marL="865188" indent="-171450">
              <a:defRPr sz="1600">
                <a:solidFill>
                  <a:srgbClr val="000000"/>
                </a:solidFill>
              </a:defRPr>
            </a:lvl4pPr>
            <a:lvl5pPr marL="1084263" indent="-171450">
              <a:defRPr sz="1400">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 Fourth Level</a:t>
            </a:r>
          </a:p>
        </p:txBody>
      </p:sp>
      <p:sp>
        <p:nvSpPr>
          <p:cNvPr id="2" name="Title 1"/>
          <p:cNvSpPr>
            <a:spLocks noGrp="1"/>
          </p:cNvSpPr>
          <p:nvPr>
            <p:ph type="title" hasCustomPrompt="1"/>
          </p:nvPr>
        </p:nvSpPr>
        <p:spPr/>
        <p:txBody>
          <a:bodyPr/>
          <a:lstStyle>
            <a:lvl1pPr>
              <a:defRPr/>
            </a:lvl1pPr>
          </a:lstStyle>
          <a:p>
            <a:r>
              <a:rPr lang="en-US" dirty="0"/>
              <a:t>Two-column CONTENT slide</a:t>
            </a:r>
            <a:br>
              <a:rPr lang="en-US" dirty="0"/>
            </a:br>
            <a:r>
              <a:rPr lang="en-US" dirty="0"/>
              <a:t>one or two lines for headline</a:t>
            </a:r>
          </a:p>
        </p:txBody>
      </p:sp>
      <p:sp>
        <p:nvSpPr>
          <p:cNvPr id="8" name="Footer Placeholder 4"/>
          <p:cNvSpPr>
            <a:spLocks noGrp="1"/>
          </p:cNvSpPr>
          <p:nvPr>
            <p:ph type="ftr" sz="quarter" idx="3"/>
          </p:nvPr>
        </p:nvSpPr>
        <p:spPr>
          <a:xfrm>
            <a:off x="3050996" y="6497523"/>
            <a:ext cx="6533281" cy="215436"/>
          </a:xfrm>
          <a:prstGeom prst="rect">
            <a:avLst/>
          </a:prstGeom>
        </p:spPr>
        <p:txBody>
          <a:bodyPr vert="horz" lIns="91440" tIns="45720" rIns="91440" bIns="45720" rtlCol="0" anchor="ctr"/>
          <a:lstStyle>
            <a:lvl1pPr algn="ctr">
              <a:defRPr sz="1000">
                <a:solidFill>
                  <a:srgbClr val="232425"/>
                </a:solidFill>
              </a:defRPr>
            </a:lvl1pPr>
          </a:lstStyle>
          <a:p>
            <a:endParaRPr lang="en-US" dirty="0"/>
          </a:p>
        </p:txBody>
      </p:sp>
      <p:pic>
        <p:nvPicPr>
          <p:cNvPr id="9" name="Picture 8"/>
          <p:cNvPicPr>
            <a:picLocks noChangeAspect="1"/>
          </p:cNvPicPr>
          <p:nvPr userDrawn="1"/>
        </p:nvPicPr>
        <p:blipFill>
          <a:blip r:embed="rId2"/>
          <a:stretch>
            <a:fillRect/>
          </a:stretch>
        </p:blipFill>
        <p:spPr>
          <a:xfrm>
            <a:off x="542431" y="6412792"/>
            <a:ext cx="1109568" cy="335309"/>
          </a:xfrm>
          <a:prstGeom prst="rect">
            <a:avLst/>
          </a:prstGeom>
        </p:spPr>
      </p:pic>
    </p:spTree>
    <p:extLst>
      <p:ext uri="{BB962C8B-B14F-4D97-AF65-F5344CB8AC3E}">
        <p14:creationId xmlns:p14="http://schemas.microsoft.com/office/powerpoint/2010/main" val="39541019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Option A">
    <p:spTree>
      <p:nvGrpSpPr>
        <p:cNvPr id="1" name=""/>
        <p:cNvGrpSpPr/>
        <p:nvPr/>
      </p:nvGrpSpPr>
      <p:grpSpPr>
        <a:xfrm>
          <a:off x="0" y="0"/>
          <a:ext cx="0" cy="0"/>
          <a:chOff x="0" y="0"/>
          <a:chExt cx="0" cy="0"/>
        </a:xfrm>
      </p:grpSpPr>
      <p:sp>
        <p:nvSpPr>
          <p:cNvPr id="8" name="Picture Placeholder 4"/>
          <p:cNvSpPr>
            <a:spLocks noGrp="1" noChangeAspect="1"/>
          </p:cNvSpPr>
          <p:nvPr>
            <p:ph type="pic" sz="quarter" idx="16" hasCustomPrompt="1"/>
          </p:nvPr>
        </p:nvSpPr>
        <p:spPr>
          <a:xfrm>
            <a:off x="6484968" y="1689100"/>
            <a:ext cx="5707033" cy="2706624"/>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a:xfrm>
            <a:off x="2" y="1689100"/>
            <a:ext cx="6484965" cy="2706624"/>
          </a:xfrm>
          <a:solidFill>
            <a:srgbClr val="004165"/>
          </a:solidFill>
        </p:spPr>
        <p:txBody>
          <a:bodyPr lIns="457200" rIns="91440" anchor="ctr">
            <a:normAutofit/>
          </a:bodyPr>
          <a:lstStyle>
            <a:lvl1pPr>
              <a:defRPr sz="2800" baseline="0">
                <a:solidFill>
                  <a:schemeClr val="bg1"/>
                </a:solidFill>
              </a:defRPr>
            </a:lvl1pPr>
          </a:lstStyle>
          <a:p>
            <a:r>
              <a:rPr lang="en-US" dirty="0"/>
              <a:t>Presentation title -Cover option A</a:t>
            </a:r>
            <a:br>
              <a:rPr lang="en-US" dirty="0"/>
            </a:br>
            <a:r>
              <a:rPr lang="en-US" dirty="0"/>
              <a:t>can be up to four </a:t>
            </a:r>
            <a:br>
              <a:rPr lang="en-US" dirty="0"/>
            </a:br>
            <a:r>
              <a:rPr lang="en-US" dirty="0"/>
              <a:t>or five lines of text</a:t>
            </a:r>
          </a:p>
        </p:txBody>
      </p:sp>
      <p:sp>
        <p:nvSpPr>
          <p:cNvPr id="45" name="Text Placeholder 4"/>
          <p:cNvSpPr>
            <a:spLocks noGrp="1"/>
          </p:cNvSpPr>
          <p:nvPr>
            <p:ph type="body" sz="quarter" idx="12" hasCustomPrompt="1"/>
          </p:nvPr>
        </p:nvSpPr>
        <p:spPr>
          <a:xfrm>
            <a:off x="-2" y="1689100"/>
            <a:ext cx="319619" cy="2706624"/>
          </a:xfrm>
          <a:solidFill>
            <a:schemeClr val="tx2">
              <a:lumMod val="75000"/>
            </a:schemeClr>
          </a:solidFill>
        </p:spPr>
        <p:txBody>
          <a:bodyPr bIns="0" anchor="b"/>
          <a:lstStyle>
            <a:lvl1pPr marL="0" indent="0">
              <a:buNone/>
              <a:defRPr sz="100"/>
            </a:lvl1pPr>
          </a:lstStyle>
          <a:p>
            <a:pPr lvl="0"/>
            <a:r>
              <a:rPr lang="en-US" dirty="0"/>
              <a:t>  </a:t>
            </a:r>
          </a:p>
        </p:txBody>
      </p:sp>
      <p:sp>
        <p:nvSpPr>
          <p:cNvPr id="48" name="Text Placeholder 9"/>
          <p:cNvSpPr>
            <a:spLocks noGrp="1"/>
          </p:cNvSpPr>
          <p:nvPr>
            <p:ph type="body" sz="quarter" idx="17" hasCustomPrompt="1"/>
          </p:nvPr>
        </p:nvSpPr>
        <p:spPr>
          <a:xfrm>
            <a:off x="626534" y="4582947"/>
            <a:ext cx="3590495" cy="393700"/>
          </a:xfrm>
        </p:spPr>
        <p:txBody>
          <a:bodyPr lIns="0" bIns="0" anchor="b">
            <a:normAutofit/>
          </a:bodyPr>
          <a:lstStyle>
            <a:lvl1pPr marL="0" indent="0">
              <a:buNone/>
              <a:defRPr sz="1400" b="1" cap="all" baseline="0">
                <a:solidFill>
                  <a:schemeClr val="tx1"/>
                </a:solidFill>
              </a:defRPr>
            </a:lvl1pPr>
            <a:lvl2pPr marL="0" indent="0">
              <a:buNone/>
              <a:defRPr/>
            </a:lvl2pPr>
            <a:lvl3pPr marL="0" indent="0">
              <a:spcBef>
                <a:spcPts val="1800"/>
              </a:spcBef>
              <a:buNone/>
              <a:defRPr/>
            </a:lvl3pPr>
          </a:lstStyle>
          <a:p>
            <a:pPr lvl="0"/>
            <a:r>
              <a:rPr lang="en-US" dirty="0"/>
              <a:t>presenter name</a:t>
            </a:r>
          </a:p>
        </p:txBody>
      </p:sp>
      <p:sp>
        <p:nvSpPr>
          <p:cNvPr id="49" name="Text Placeholder 45"/>
          <p:cNvSpPr>
            <a:spLocks noGrp="1"/>
          </p:cNvSpPr>
          <p:nvPr>
            <p:ph type="body" sz="quarter" idx="18" hasCustomPrompt="1"/>
          </p:nvPr>
        </p:nvSpPr>
        <p:spPr>
          <a:xfrm>
            <a:off x="626534" y="5045054"/>
            <a:ext cx="3590495" cy="914400"/>
          </a:xfrm>
        </p:spPr>
        <p:txBody>
          <a:bodyPr lIns="0">
            <a:normAutofit/>
          </a:bodyPr>
          <a:lstStyle>
            <a:lvl1pPr marL="0" indent="0">
              <a:lnSpc>
                <a:spcPct val="95000"/>
              </a:lnSpc>
              <a:spcBef>
                <a:spcPts val="0"/>
              </a:spcBef>
              <a:buNone/>
              <a:defRPr sz="1400">
                <a:solidFill>
                  <a:schemeClr val="tx1"/>
                </a:solidFill>
              </a:defRPr>
            </a:lvl1pPr>
            <a:lvl2pPr marL="0" indent="0">
              <a:spcBef>
                <a:spcPts val="1800"/>
              </a:spcBef>
              <a:buNone/>
              <a:defRPr/>
            </a:lvl2pPr>
          </a:lstStyle>
          <a:p>
            <a:r>
              <a:rPr lang="en-US" dirty="0"/>
              <a:t>Add Presenter Title</a:t>
            </a:r>
            <a:br>
              <a:rPr lang="en-US" dirty="0"/>
            </a:br>
            <a:r>
              <a:rPr lang="en-US" dirty="0"/>
              <a:t>Optional Line 2</a:t>
            </a:r>
            <a:br>
              <a:rPr lang="en-US" dirty="0"/>
            </a:br>
            <a:r>
              <a:rPr lang="en-US" dirty="0"/>
              <a:t>Optional Line 3</a:t>
            </a:r>
          </a:p>
        </p:txBody>
      </p:sp>
      <p:sp>
        <p:nvSpPr>
          <p:cNvPr id="50" name="Text Placeholder 9"/>
          <p:cNvSpPr>
            <a:spLocks noGrp="1"/>
          </p:cNvSpPr>
          <p:nvPr>
            <p:ph type="body" sz="quarter" idx="21" hasCustomPrompt="1"/>
          </p:nvPr>
        </p:nvSpPr>
        <p:spPr>
          <a:xfrm>
            <a:off x="4556495" y="4582947"/>
            <a:ext cx="3590495" cy="393700"/>
          </a:xfrm>
        </p:spPr>
        <p:txBody>
          <a:bodyPr lIns="0" bIns="0" anchor="b">
            <a:normAutofit/>
          </a:bodyPr>
          <a:lstStyle>
            <a:lvl1pPr marL="0" indent="0">
              <a:buFont typeface="Arial" pitchFamily="34" charset="0"/>
              <a:buNone/>
              <a:defRPr sz="1400" b="1" cap="all" baseline="0">
                <a:solidFill>
                  <a:schemeClr val="tx1"/>
                </a:solidFill>
              </a:defRPr>
            </a:lvl1pPr>
            <a:lvl2pPr marL="0" indent="0">
              <a:buNone/>
              <a:defRPr/>
            </a:lvl2pPr>
            <a:lvl3pPr marL="0" indent="0">
              <a:spcBef>
                <a:spcPts val="1800"/>
              </a:spcBef>
              <a:buNone/>
              <a:defRPr/>
            </a:lvl3pPr>
          </a:lstStyle>
          <a:p>
            <a:pPr lvl="0"/>
            <a:r>
              <a:rPr lang="en-US" dirty="0"/>
              <a:t>presenter name</a:t>
            </a:r>
          </a:p>
        </p:txBody>
      </p:sp>
      <p:sp>
        <p:nvSpPr>
          <p:cNvPr id="53" name="Text Placeholder 45"/>
          <p:cNvSpPr>
            <a:spLocks noGrp="1"/>
          </p:cNvSpPr>
          <p:nvPr>
            <p:ph type="body" sz="quarter" idx="22" hasCustomPrompt="1"/>
          </p:nvPr>
        </p:nvSpPr>
        <p:spPr>
          <a:xfrm>
            <a:off x="4556495" y="5045054"/>
            <a:ext cx="3590495" cy="914400"/>
          </a:xfrm>
        </p:spPr>
        <p:txBody>
          <a:bodyPr lIns="0">
            <a:normAutofit/>
          </a:bodyPr>
          <a:lstStyle>
            <a:lvl1pPr marL="0" indent="0">
              <a:lnSpc>
                <a:spcPct val="95000"/>
              </a:lnSpc>
              <a:spcBef>
                <a:spcPts val="0"/>
              </a:spcBef>
              <a:buFont typeface="Arial" pitchFamily="34" charset="0"/>
              <a:buNone/>
              <a:defRPr sz="1400">
                <a:solidFill>
                  <a:schemeClr val="tx1"/>
                </a:solidFill>
              </a:defRPr>
            </a:lvl1pPr>
            <a:lvl2pPr marL="0" indent="0">
              <a:spcBef>
                <a:spcPts val="1800"/>
              </a:spcBef>
              <a:buNone/>
              <a:defRPr/>
            </a:lvl2pPr>
          </a:lstStyle>
          <a:p>
            <a:pPr lvl="0"/>
            <a:r>
              <a:rPr lang="en-US" dirty="0"/>
              <a:t>Remove second presenter </a:t>
            </a:r>
            <a:br>
              <a:rPr lang="en-US" dirty="0"/>
            </a:br>
            <a:r>
              <a:rPr lang="en-US" dirty="0"/>
              <a:t>info if not needed</a:t>
            </a:r>
          </a:p>
        </p:txBody>
      </p:sp>
      <p:sp>
        <p:nvSpPr>
          <p:cNvPr id="54" name="Text Placeholder 9"/>
          <p:cNvSpPr>
            <a:spLocks noGrp="1"/>
          </p:cNvSpPr>
          <p:nvPr>
            <p:ph type="body" sz="quarter" idx="25" hasCustomPrompt="1"/>
          </p:nvPr>
        </p:nvSpPr>
        <p:spPr>
          <a:xfrm>
            <a:off x="8480262" y="4582947"/>
            <a:ext cx="3590495" cy="393700"/>
          </a:xfrm>
        </p:spPr>
        <p:txBody>
          <a:bodyPr lIns="0" bIns="0" anchor="b">
            <a:normAutofit/>
          </a:bodyPr>
          <a:lstStyle>
            <a:lvl1pPr marL="0" indent="0">
              <a:buFont typeface="Arial" pitchFamily="34" charset="0"/>
              <a:buNone/>
              <a:defRPr sz="1400" b="1" cap="all" baseline="0">
                <a:solidFill>
                  <a:schemeClr val="tx1"/>
                </a:solidFill>
              </a:defRPr>
            </a:lvl1pPr>
            <a:lvl2pPr marL="0" indent="0">
              <a:buNone/>
              <a:defRPr/>
            </a:lvl2pPr>
            <a:lvl3pPr marL="0" indent="0">
              <a:spcBef>
                <a:spcPts val="1800"/>
              </a:spcBef>
              <a:buNone/>
              <a:defRPr/>
            </a:lvl3pPr>
          </a:lstStyle>
          <a:p>
            <a:pPr lvl="0"/>
            <a:r>
              <a:rPr lang="en-US" dirty="0"/>
              <a:t>presenter name</a:t>
            </a:r>
          </a:p>
        </p:txBody>
      </p:sp>
      <p:sp>
        <p:nvSpPr>
          <p:cNvPr id="55" name="Text Placeholder 45"/>
          <p:cNvSpPr>
            <a:spLocks noGrp="1"/>
          </p:cNvSpPr>
          <p:nvPr>
            <p:ph type="body" sz="quarter" idx="26" hasCustomPrompt="1"/>
          </p:nvPr>
        </p:nvSpPr>
        <p:spPr>
          <a:xfrm>
            <a:off x="8480262" y="5045054"/>
            <a:ext cx="3590495" cy="914400"/>
          </a:xfrm>
        </p:spPr>
        <p:txBody>
          <a:bodyPr lIns="0">
            <a:normAutofit/>
          </a:bodyPr>
          <a:lstStyle>
            <a:lvl1pPr marL="0" indent="0">
              <a:lnSpc>
                <a:spcPct val="95000"/>
              </a:lnSpc>
              <a:spcBef>
                <a:spcPts val="0"/>
              </a:spcBef>
              <a:buFont typeface="Arial" pitchFamily="34" charset="0"/>
              <a:buNone/>
              <a:defRPr sz="1400">
                <a:solidFill>
                  <a:schemeClr val="tx1"/>
                </a:solidFill>
              </a:defRPr>
            </a:lvl1pPr>
            <a:lvl2pPr marL="0" indent="0">
              <a:spcBef>
                <a:spcPts val="1800"/>
              </a:spcBef>
              <a:buNone/>
              <a:defRPr/>
            </a:lvl2pPr>
          </a:lstStyle>
          <a:p>
            <a:pPr lvl="0"/>
            <a:r>
              <a:rPr lang="en-US" dirty="0"/>
              <a:t>Remove third presenter </a:t>
            </a:r>
            <a:br>
              <a:rPr lang="en-US" dirty="0"/>
            </a:br>
            <a:r>
              <a:rPr lang="en-US" dirty="0"/>
              <a:t>info if not needed</a:t>
            </a:r>
          </a:p>
        </p:txBody>
      </p:sp>
      <p:sp>
        <p:nvSpPr>
          <p:cNvPr id="47" name="Text Placeholder 45"/>
          <p:cNvSpPr>
            <a:spLocks noGrp="1"/>
          </p:cNvSpPr>
          <p:nvPr>
            <p:ph type="body" sz="quarter" idx="19" hasCustomPrompt="1"/>
          </p:nvPr>
        </p:nvSpPr>
        <p:spPr>
          <a:xfrm>
            <a:off x="606116" y="5747819"/>
            <a:ext cx="7859323" cy="515411"/>
          </a:xfrm>
        </p:spPr>
        <p:txBody>
          <a:bodyPr lIns="0" anchor="b"/>
          <a:lstStyle>
            <a:lvl1pPr marL="0" indent="0">
              <a:spcBef>
                <a:spcPts val="0"/>
              </a:spcBef>
              <a:buNone/>
              <a:defRPr sz="1400" baseline="0">
                <a:solidFill>
                  <a:schemeClr val="tx1"/>
                </a:solidFill>
              </a:defRPr>
            </a:lvl1pPr>
            <a:lvl2pPr marL="0" indent="0">
              <a:spcBef>
                <a:spcPts val="1800"/>
              </a:spcBef>
              <a:buNone/>
              <a:defRPr/>
            </a:lvl2pPr>
          </a:lstStyle>
          <a:p>
            <a:pPr lvl="0"/>
            <a:r>
              <a:rPr lang="en-US" dirty="0"/>
              <a:t>Presentation Date</a:t>
            </a:r>
            <a:br>
              <a:rPr lang="en-US" dirty="0"/>
            </a:br>
            <a:r>
              <a:rPr lang="en-US" dirty="0"/>
              <a:t>City, State (presentation location)</a:t>
            </a:r>
          </a:p>
        </p:txBody>
      </p:sp>
      <p:sp>
        <p:nvSpPr>
          <p:cNvPr id="15" name="Text Placeholder 9"/>
          <p:cNvSpPr>
            <a:spLocks noGrp="1"/>
          </p:cNvSpPr>
          <p:nvPr>
            <p:ph type="body" sz="quarter" idx="27" hasCustomPrompt="1"/>
          </p:nvPr>
        </p:nvSpPr>
        <p:spPr>
          <a:xfrm>
            <a:off x="575733" y="730250"/>
            <a:ext cx="8250767" cy="393700"/>
          </a:xfrm>
        </p:spPr>
        <p:txBody>
          <a:bodyPr lIns="0" bIns="0" anchor="b">
            <a:normAutofit/>
          </a:bodyPr>
          <a:lstStyle>
            <a:lvl1pPr marL="0" indent="0">
              <a:buNone/>
              <a:defRPr sz="1800" b="1" cap="all" baseline="0">
                <a:solidFill>
                  <a:schemeClr val="tx1"/>
                </a:solidFill>
              </a:defRPr>
            </a:lvl1pPr>
            <a:lvl2pPr marL="0" indent="0">
              <a:buNone/>
              <a:defRPr/>
            </a:lvl2pPr>
            <a:lvl3pPr marL="0" indent="0">
              <a:spcBef>
                <a:spcPts val="1800"/>
              </a:spcBef>
              <a:buNone/>
              <a:defRPr/>
            </a:lvl3pPr>
          </a:lstStyle>
          <a:p>
            <a:pPr lvl="0"/>
            <a:r>
              <a:rPr lang="en-US" dirty="0"/>
              <a:t>Optional one line subhead, </a:t>
            </a:r>
            <a:r>
              <a:rPr lang="en-US" dirty="0" err="1"/>
              <a:t>url</a:t>
            </a:r>
            <a:r>
              <a:rPr lang="en-US" dirty="0"/>
              <a:t> or date</a:t>
            </a:r>
          </a:p>
        </p:txBody>
      </p:sp>
      <p:pic>
        <p:nvPicPr>
          <p:cNvPr id="3" name="Picture 2"/>
          <p:cNvPicPr>
            <a:picLocks noChangeAspect="1"/>
          </p:cNvPicPr>
          <p:nvPr userDrawn="1"/>
        </p:nvPicPr>
        <p:blipFill>
          <a:blip r:embed="rId2"/>
          <a:stretch>
            <a:fillRect/>
          </a:stretch>
        </p:blipFill>
        <p:spPr>
          <a:xfrm>
            <a:off x="9843246" y="523876"/>
            <a:ext cx="1739197" cy="671487"/>
          </a:xfrm>
          <a:prstGeom prst="rect">
            <a:avLst/>
          </a:prstGeom>
        </p:spPr>
      </p:pic>
    </p:spTree>
    <p:extLst>
      <p:ext uri="{BB962C8B-B14F-4D97-AF65-F5344CB8AC3E}">
        <p14:creationId xmlns:p14="http://schemas.microsoft.com/office/powerpoint/2010/main" val="688426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vl1pPr>
          </a:lstStyle>
          <a:p>
            <a:r>
              <a:rPr lang="en-US" dirty="0"/>
              <a:t>BASIC CONTENT SLIDE</a:t>
            </a:r>
            <a:br>
              <a:rPr lang="en-US" dirty="0"/>
            </a:br>
            <a:r>
              <a:rPr lang="en-US" dirty="0"/>
              <a:t>one or two lines for headline</a:t>
            </a:r>
          </a:p>
        </p:txBody>
      </p:sp>
      <p:sp>
        <p:nvSpPr>
          <p:cNvPr id="3" name="Content Placeholder 2"/>
          <p:cNvSpPr>
            <a:spLocks noGrp="1"/>
          </p:cNvSpPr>
          <p:nvPr>
            <p:ph idx="1" hasCustomPrompt="1"/>
          </p:nvPr>
        </p:nvSpPr>
        <p:spPr>
          <a:xfrm>
            <a:off x="609602" y="1877795"/>
            <a:ext cx="11163868" cy="3972179"/>
          </a:xfrm>
        </p:spPr>
        <p:txBody>
          <a:bodyPr/>
          <a:lstStyle>
            <a:lvl1pPr>
              <a:defRPr baseline="0"/>
            </a:lvl1pPr>
          </a:lstStyle>
          <a:p>
            <a:pPr lvl="0"/>
            <a:r>
              <a:rPr lang="en-US" dirty="0"/>
              <a:t>Click to add 1st-level bullet. Click an icon below to add table, graph or other imagery.</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2" hasCustomPrompt="1"/>
          </p:nvPr>
        </p:nvSpPr>
        <p:spPr>
          <a:xfrm>
            <a:off x="609602" y="1346549"/>
            <a:ext cx="11163868" cy="499715"/>
          </a:xfrm>
        </p:spPr>
        <p:txBody>
          <a:bodyPr bIns="0">
            <a:noAutofit/>
          </a:bodyPr>
          <a:lstStyle>
            <a:lvl1pPr marL="0" indent="0">
              <a:lnSpc>
                <a:spcPct val="90000"/>
              </a:lnSpc>
              <a:spcBef>
                <a:spcPts val="0"/>
              </a:spcBef>
              <a:buNone/>
              <a:defRPr sz="2667" b="1" baseline="0">
                <a:solidFill>
                  <a:schemeClr val="accent2"/>
                </a:solidFill>
              </a:defRPr>
            </a:lvl1pPr>
          </a:lstStyle>
          <a:p>
            <a:r>
              <a:rPr lang="en-US" dirty="0"/>
              <a:t>Slide subtitle optional -  delete as needed</a:t>
            </a:r>
          </a:p>
        </p:txBody>
      </p:sp>
      <p:sp>
        <p:nvSpPr>
          <p:cNvPr id="8" name="Slide Number Placeholder 7"/>
          <p:cNvSpPr>
            <a:spLocks noGrp="1"/>
          </p:cNvSpPr>
          <p:nvPr>
            <p:ph type="sldNum" sz="quarter" idx="13"/>
          </p:nvPr>
        </p:nvSpPr>
        <p:spPr>
          <a:xfrm>
            <a:off x="-24064" y="6441944"/>
            <a:ext cx="385011" cy="240587"/>
          </a:xfrm>
          <a:prstGeom prst="rect">
            <a:avLst/>
          </a:prstGeom>
        </p:spPr>
        <p:txBody>
          <a:bodyPr anchor="ctr"/>
          <a:lstStyle>
            <a:lvl1pPr>
              <a:defRPr sz="1200">
                <a:solidFill>
                  <a:schemeClr val="bg1"/>
                </a:solidFill>
              </a:defRPr>
            </a:lvl1pPr>
          </a:lstStyle>
          <a:p>
            <a:fld id="{AEFAAC5A-9C4F-4278-920D-DF2BAB595749}" type="slidenum">
              <a:rPr lang="en-US" smtClean="0"/>
              <a:pPr/>
              <a:t>‹#›</a:t>
            </a:fld>
            <a:endParaRPr lang="en-US" dirty="0"/>
          </a:p>
        </p:txBody>
      </p:sp>
      <p:pic>
        <p:nvPicPr>
          <p:cNvPr id="9" name="Picture 2" descr="C:\Users\amiesen\Desktop\anlrgbpptlogo.png">
            <a:extLst>
              <a:ext uri="{FF2B5EF4-FFF2-40B4-BE49-F238E27FC236}">
                <a16:creationId xmlns:a16="http://schemas.microsoft.com/office/drawing/2014/main" id="{594C64CC-B5BF-D34A-86D1-93E38EC9E34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67986" y="6399990"/>
            <a:ext cx="1034357" cy="372625"/>
          </a:xfrm>
          <a:prstGeom prst="rect">
            <a:avLst/>
          </a:prstGeom>
          <a:noFill/>
          <a:extLst>
            <a:ext uri="{909E8E84-426E-40dd-AFC4-6F175D3DCCD1}">
              <a14:hiddenFill xmlns=""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2105655F-079E-9141-8E6A-B20AA69D1D9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9282" y="6466009"/>
            <a:ext cx="1891671" cy="240587"/>
          </a:xfrm>
          <a:prstGeom prst="rect">
            <a:avLst/>
          </a:prstGeom>
        </p:spPr>
      </p:pic>
    </p:spTree>
    <p:extLst>
      <p:ext uri="{BB962C8B-B14F-4D97-AF65-F5344CB8AC3E}">
        <p14:creationId xmlns:p14="http://schemas.microsoft.com/office/powerpoint/2010/main" val="28337542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pic>
        <p:nvPicPr>
          <p:cNvPr id="6" name="Picture 2" descr="C:\Users\amiesen\Desktop\anlrgbppt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66339" y="6083300"/>
            <a:ext cx="2054459" cy="740115"/>
          </a:xfrm>
          <a:prstGeom prst="rect">
            <a:avLst/>
          </a:prstGeom>
          <a:noFill/>
          <a:extLst>
            <a:ext uri="{909E8E84-426E-40dd-AFC4-6F175D3DCCD1}">
              <a14:hiddenFill xmlns="" xmlns:a14="http://schemas.microsoft.com/office/drawing/2010/main">
                <a:solidFill>
                  <a:srgbClr val="FFFFFF"/>
                </a:solidFill>
              </a14:hiddenFill>
            </a:ext>
          </a:extLst>
        </p:spPr>
      </p:pic>
      <p:pic>
        <p:nvPicPr>
          <p:cNvPr id="37" name="Picture 36" descr="aerial view of Argonne with APS in front 5730-00068.jpg"/>
          <p:cNvPicPr>
            <a:picLocks noChangeAspect="1"/>
          </p:cNvPicPr>
          <p:nvPr userDrawn="1"/>
        </p:nvPicPr>
        <p:blipFill rotWithShape="1">
          <a:blip r:embed="rId3" cstate="email">
            <a:extLst>
              <a:ext uri="{28A0092B-C50C-407E-A947-70E740481C1C}">
                <a14:useLocalDpi xmlns:a14="http://schemas.microsoft.com/office/drawing/2010/main" val="0"/>
              </a:ext>
            </a:extLst>
          </a:blip>
          <a:srcRect t="10682" b="7135"/>
          <a:stretch/>
        </p:blipFill>
        <p:spPr>
          <a:xfrm>
            <a:off x="0" y="0"/>
            <a:ext cx="12192000" cy="5984917"/>
          </a:xfrm>
          <a:prstGeom prst="rect">
            <a:avLst/>
          </a:prstGeom>
        </p:spPr>
      </p:pic>
      <p:sp>
        <p:nvSpPr>
          <p:cNvPr id="3" name="Text Placeholder 2"/>
          <p:cNvSpPr>
            <a:spLocks noGrp="1"/>
          </p:cNvSpPr>
          <p:nvPr>
            <p:ph type="body" sz="quarter" idx="10" hasCustomPrompt="1"/>
          </p:nvPr>
        </p:nvSpPr>
        <p:spPr>
          <a:xfrm>
            <a:off x="1" y="-14246"/>
            <a:ext cx="12191999" cy="5999163"/>
          </a:xfrm>
          <a:solidFill>
            <a:schemeClr val="accent2">
              <a:alpha val="90000"/>
            </a:schemeClr>
          </a:solidFill>
        </p:spPr>
        <p:txBody>
          <a:bodyPr lIns="457200" tIns="0" bIns="457200" anchor="ctr"/>
          <a:lstStyle>
            <a:lvl1pPr marL="0" indent="0">
              <a:buNone/>
              <a:defRPr sz="3733" b="1" cap="all" baseline="0">
                <a:solidFill>
                  <a:schemeClr val="bg1"/>
                </a:solidFill>
              </a:defRPr>
            </a:lvl1pPr>
          </a:lstStyle>
          <a:p>
            <a:pPr lvl="0"/>
            <a:r>
              <a:rPr lang="en-US" dirty="0"/>
              <a:t>Type in SECTION BREAK TITLE</a:t>
            </a: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0828" y="6269435"/>
            <a:ext cx="2728491" cy="347016"/>
          </a:xfrm>
          <a:prstGeom prst="rect">
            <a:avLst/>
          </a:prstGeom>
        </p:spPr>
      </p:pic>
    </p:spTree>
    <p:extLst>
      <p:ext uri="{BB962C8B-B14F-4D97-AF65-F5344CB8AC3E}">
        <p14:creationId xmlns:p14="http://schemas.microsoft.com/office/powerpoint/2010/main" val="6514882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vl1pPr>
          </a:lstStyle>
          <a:p>
            <a:r>
              <a:rPr lang="en-US" dirty="0"/>
              <a:t>BASIC CONTENT SLIDE</a:t>
            </a:r>
            <a:br>
              <a:rPr lang="en-US" dirty="0"/>
            </a:br>
            <a:r>
              <a:rPr lang="en-US" dirty="0"/>
              <a:t>one or two lines for headline</a:t>
            </a:r>
          </a:p>
        </p:txBody>
      </p:sp>
      <p:sp>
        <p:nvSpPr>
          <p:cNvPr id="3" name="Content Placeholder 2"/>
          <p:cNvSpPr>
            <a:spLocks noGrp="1"/>
          </p:cNvSpPr>
          <p:nvPr>
            <p:ph idx="1" hasCustomPrompt="1"/>
          </p:nvPr>
        </p:nvSpPr>
        <p:spPr>
          <a:xfrm>
            <a:off x="609602" y="1877795"/>
            <a:ext cx="11163868" cy="4422776"/>
          </a:xfrm>
        </p:spPr>
        <p:txBody>
          <a:bodyPr/>
          <a:lstStyle>
            <a:lvl1pPr>
              <a:defRPr baseline="0"/>
            </a:lvl1pPr>
          </a:lstStyle>
          <a:p>
            <a:pPr lvl="0"/>
            <a:r>
              <a:rPr lang="en-US" dirty="0"/>
              <a:t>Click to add 1st-level bullet. Click an icon below to add table, graph or other imagery.</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2" hasCustomPrompt="1"/>
          </p:nvPr>
        </p:nvSpPr>
        <p:spPr>
          <a:xfrm>
            <a:off x="609602" y="1346549"/>
            <a:ext cx="11163868" cy="499715"/>
          </a:xfrm>
        </p:spPr>
        <p:txBody>
          <a:bodyPr bIns="0">
            <a:noAutofit/>
          </a:bodyPr>
          <a:lstStyle>
            <a:lvl1pPr marL="0" indent="0">
              <a:lnSpc>
                <a:spcPct val="90000"/>
              </a:lnSpc>
              <a:spcBef>
                <a:spcPts val="0"/>
              </a:spcBef>
              <a:buNone/>
              <a:defRPr sz="2667" b="1" baseline="0">
                <a:solidFill>
                  <a:schemeClr val="accent2"/>
                </a:solidFill>
              </a:defRPr>
            </a:lvl1pPr>
          </a:lstStyle>
          <a:p>
            <a:r>
              <a:rPr lang="en-US" dirty="0"/>
              <a:t>Slide subtitle optional -  delete as needed</a:t>
            </a:r>
          </a:p>
        </p:txBody>
      </p:sp>
      <p:sp>
        <p:nvSpPr>
          <p:cNvPr id="8" name="Slide Number Placeholder 7"/>
          <p:cNvSpPr>
            <a:spLocks noGrp="1"/>
          </p:cNvSpPr>
          <p:nvPr>
            <p:ph type="sldNum" sz="quarter" idx="13"/>
          </p:nvPr>
        </p:nvSpPr>
        <p:spPr/>
        <p:txBody>
          <a:bodyPr/>
          <a:lstStyle/>
          <a:p>
            <a:fld id="{AEFAAC5A-9C4F-4278-920D-DF2BAB595749}" type="slidenum">
              <a:rPr lang="en-US" smtClean="0"/>
              <a:pPr/>
              <a:t>‹#›</a:t>
            </a:fld>
            <a:endParaRPr lang="en-US" dirty="0"/>
          </a:p>
        </p:txBody>
      </p:sp>
    </p:spTree>
    <p:extLst>
      <p:ext uri="{BB962C8B-B14F-4D97-AF65-F5344CB8AC3E}">
        <p14:creationId xmlns:p14="http://schemas.microsoft.com/office/powerpoint/2010/main" val="2248757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2" y="490538"/>
            <a:ext cx="11163868" cy="828948"/>
          </a:xfrm>
        </p:spPr>
        <p:txBody>
          <a:bodyPr/>
          <a:lstStyle>
            <a:lvl1pPr>
              <a:defRPr b="1"/>
            </a:lvl1pPr>
          </a:lstStyle>
          <a:p>
            <a:r>
              <a:rPr lang="en-US" dirty="0"/>
              <a:t>TITLE AND CONTENT </a:t>
            </a:r>
            <a:br>
              <a:rPr lang="en-US" dirty="0"/>
            </a:br>
            <a:r>
              <a:rPr lang="en-US" dirty="0"/>
              <a:t>Headline in </a:t>
            </a:r>
            <a:r>
              <a:rPr lang="en-US" dirty="0" err="1"/>
              <a:t>arial</a:t>
            </a:r>
            <a:r>
              <a:rPr lang="en-US" dirty="0"/>
              <a:t> and all caps</a:t>
            </a:r>
          </a:p>
        </p:txBody>
      </p:sp>
      <p:sp>
        <p:nvSpPr>
          <p:cNvPr id="6" name="Text Placeholder 5"/>
          <p:cNvSpPr>
            <a:spLocks noGrp="1"/>
          </p:cNvSpPr>
          <p:nvPr>
            <p:ph type="body" sz="quarter" idx="12" hasCustomPrompt="1"/>
          </p:nvPr>
        </p:nvSpPr>
        <p:spPr>
          <a:xfrm>
            <a:off x="609602" y="1359249"/>
            <a:ext cx="11163868" cy="499715"/>
          </a:xfrm>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
        <p:nvSpPr>
          <p:cNvPr id="4" name="TextBox 3"/>
          <p:cNvSpPr txBox="1"/>
          <p:nvPr userDrawn="1"/>
        </p:nvSpPr>
        <p:spPr>
          <a:xfrm>
            <a:off x="2864467" y="1445567"/>
            <a:ext cx="184731" cy="369332"/>
          </a:xfrm>
          <a:prstGeom prst="rect">
            <a:avLst/>
          </a:prstGeom>
          <a:noFill/>
        </p:spPr>
        <p:txBody>
          <a:bodyPr wrap="none" rtlCol="0">
            <a:spAutoFit/>
          </a:bodyPr>
          <a:lstStyle/>
          <a:p>
            <a:endParaRPr lang="en-US" dirty="0"/>
          </a:p>
        </p:txBody>
      </p:sp>
      <p:sp>
        <p:nvSpPr>
          <p:cNvPr id="7" name="Slide Number Placeholder 6"/>
          <p:cNvSpPr>
            <a:spLocks noGrp="1"/>
          </p:cNvSpPr>
          <p:nvPr>
            <p:ph type="sldNum" sz="quarter" idx="13"/>
          </p:nvPr>
        </p:nvSpPr>
        <p:spPr/>
        <p:txBody>
          <a:bodyPr/>
          <a:lstStyle/>
          <a:p>
            <a:fld id="{AEFAAC5A-9C4F-4278-920D-DF2BAB595749}" type="slidenum">
              <a:rPr lang="en-US" smtClean="0"/>
              <a:pPr/>
              <a:t>‹#›</a:t>
            </a:fld>
            <a:endParaRPr lang="en-US" dirty="0"/>
          </a:p>
        </p:txBody>
      </p:sp>
    </p:spTree>
    <p:extLst>
      <p:ext uri="{BB962C8B-B14F-4D97-AF65-F5344CB8AC3E}">
        <p14:creationId xmlns:p14="http://schemas.microsoft.com/office/powerpoint/2010/main" val="11849439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lumns-TWO">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fld id="{AEFAAC5A-9C4F-4278-920D-DF2BAB595749}" type="slidenum">
              <a:rPr lang="en-US" smtClean="0"/>
              <a:pPr/>
              <a:t>‹#›</a:t>
            </a:fld>
            <a:endParaRPr lang="en-US" dirty="0"/>
          </a:p>
        </p:txBody>
      </p:sp>
      <p:sp>
        <p:nvSpPr>
          <p:cNvPr id="7" name="Text Placeholder 5"/>
          <p:cNvSpPr>
            <a:spLocks noGrp="1"/>
          </p:cNvSpPr>
          <p:nvPr>
            <p:ph type="body" sz="quarter" idx="12" hasCustomPrompt="1"/>
          </p:nvPr>
        </p:nvSpPr>
        <p:spPr>
          <a:xfrm>
            <a:off x="609602" y="1373717"/>
            <a:ext cx="11163868" cy="499715"/>
          </a:xfrm>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
        <p:nvSpPr>
          <p:cNvPr id="4" name="Text Placeholder 3"/>
          <p:cNvSpPr>
            <a:spLocks noGrp="1"/>
          </p:cNvSpPr>
          <p:nvPr>
            <p:ph type="body" sz="quarter" idx="13"/>
          </p:nvPr>
        </p:nvSpPr>
        <p:spPr>
          <a:xfrm>
            <a:off x="609600" y="1904965"/>
            <a:ext cx="5364480" cy="4422775"/>
          </a:xfrm>
        </p:spPr>
        <p:txBody>
          <a:bodyPr/>
          <a:lstStyle>
            <a:lvl1pPr>
              <a:defRPr sz="2400"/>
            </a:lvl1pPr>
            <a:lvl2pPr marL="609585" indent="-230712">
              <a:spcBef>
                <a:spcPts val="0"/>
              </a:spcBef>
              <a:defRPr sz="2400"/>
            </a:lvl2pPr>
            <a:lvl3pPr marL="836063" indent="-171446">
              <a:defRPr sz="2400"/>
            </a:lvl3pPr>
            <a:lvl4pPr marL="1153555" indent="-228594">
              <a:defRPr sz="2400"/>
            </a:lvl4pPr>
            <a:lvl5pPr marL="1445648" indent="-228594">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
          <p:cNvSpPr>
            <a:spLocks noGrp="1"/>
          </p:cNvSpPr>
          <p:nvPr>
            <p:ph type="body" sz="quarter" idx="14"/>
          </p:nvPr>
        </p:nvSpPr>
        <p:spPr>
          <a:xfrm>
            <a:off x="6267451" y="1890677"/>
            <a:ext cx="5364480" cy="4422775"/>
          </a:xfrm>
        </p:spPr>
        <p:txBody>
          <a:bodyPr/>
          <a:lstStyle>
            <a:lvl1pPr>
              <a:defRPr sz="2400"/>
            </a:lvl1pPr>
            <a:lvl2pPr marL="609585" indent="-230712">
              <a:spcBef>
                <a:spcPts val="0"/>
              </a:spcBef>
              <a:defRPr sz="2400"/>
            </a:lvl2pPr>
            <a:lvl3pPr marL="836063" indent="-171446">
              <a:defRPr sz="2400"/>
            </a:lvl3pPr>
            <a:lvl4pPr marL="1153555" indent="-228594">
              <a:defRPr sz="2400"/>
            </a:lvl4pPr>
            <a:lvl5pPr marL="1445648" indent="-228594">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p:txBody>
          <a:bodyPr/>
          <a:lstStyle>
            <a:lvl1pPr>
              <a:defRPr/>
            </a:lvl1pPr>
          </a:lstStyle>
          <a:p>
            <a:r>
              <a:rPr lang="en-US" dirty="0"/>
              <a:t>Two-column CONTENT slide</a:t>
            </a:r>
            <a:br>
              <a:rPr lang="en-US" dirty="0"/>
            </a:br>
            <a:r>
              <a:rPr lang="en-US" dirty="0"/>
              <a:t>one or two lines for headline</a:t>
            </a:r>
          </a:p>
        </p:txBody>
      </p:sp>
    </p:spTree>
    <p:extLst>
      <p:ext uri="{BB962C8B-B14F-4D97-AF65-F5344CB8AC3E}">
        <p14:creationId xmlns:p14="http://schemas.microsoft.com/office/powerpoint/2010/main" val="13159227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lumns-TWO w/boxed heads">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614527" y="2454269"/>
            <a:ext cx="5486400" cy="3835883"/>
          </a:xfrm>
          <a:ln>
            <a:solidFill>
              <a:schemeClr val="bg1">
                <a:lumMod val="50000"/>
              </a:schemeClr>
            </a:solidFill>
          </a:ln>
        </p:spPr>
        <p:txBody>
          <a:bodyPr lIns="182880" tIns="91440" rIns="91440"/>
          <a:lstStyle>
            <a:lvl1pPr>
              <a:defRPr sz="2400"/>
            </a:lvl1pPr>
            <a:lvl2pPr marL="609585" indent="-230712">
              <a:defRPr sz="2400"/>
            </a:lvl2pPr>
            <a:lvl3pPr marL="836063" indent="-171446">
              <a:defRPr sz="2400"/>
            </a:lvl3pPr>
            <a:lvl4pPr marL="1153555" indent="-228594">
              <a:defRPr sz="2400"/>
            </a:lvl4pPr>
            <a:lvl5pPr marL="1445648" indent="-228594">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
          <p:cNvSpPr>
            <a:spLocks noGrp="1"/>
          </p:cNvSpPr>
          <p:nvPr>
            <p:ph type="body" sz="quarter" idx="14"/>
          </p:nvPr>
        </p:nvSpPr>
        <p:spPr>
          <a:xfrm>
            <a:off x="6286500" y="2454269"/>
            <a:ext cx="5486400" cy="3835883"/>
          </a:xfrm>
          <a:ln>
            <a:solidFill>
              <a:schemeClr val="bg1">
                <a:lumMod val="50000"/>
              </a:schemeClr>
            </a:solidFill>
          </a:ln>
        </p:spPr>
        <p:txBody>
          <a:bodyPr lIns="182880" tIns="91440" rIns="91440"/>
          <a:lstStyle>
            <a:lvl1pPr>
              <a:defRPr sz="2400"/>
            </a:lvl1pPr>
            <a:lvl2pPr marL="609585" indent="-230712">
              <a:defRPr sz="2400"/>
            </a:lvl2pPr>
            <a:lvl3pPr marL="836063" indent="-171446">
              <a:defRPr sz="2400"/>
            </a:lvl3pPr>
            <a:lvl4pPr marL="1153555" indent="-228594">
              <a:defRPr sz="2400"/>
            </a:lvl4pPr>
            <a:lvl5pPr marL="1445648" indent="-228594">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
          <p:cNvSpPr>
            <a:spLocks noGrp="1"/>
          </p:cNvSpPr>
          <p:nvPr>
            <p:ph type="body" sz="quarter" idx="16" hasCustomPrompt="1"/>
          </p:nvPr>
        </p:nvSpPr>
        <p:spPr>
          <a:xfrm>
            <a:off x="6286500" y="1874730"/>
            <a:ext cx="5486400" cy="620999"/>
          </a:xfrm>
          <a:prstGeom prst="rect">
            <a:avLst/>
          </a:prstGeom>
          <a:solidFill>
            <a:schemeClr val="accent1"/>
          </a:solidFill>
          <a:ln w="9525">
            <a:solidFill>
              <a:schemeClr val="accent1"/>
            </a:solidFill>
            <a:miter lim="800000"/>
          </a:ln>
        </p:spPr>
        <p:txBody>
          <a:bodyPr lIns="182880" bIns="0" anchor="ctr"/>
          <a:lstStyle>
            <a:lvl1pPr marL="0" indent="0" algn="l">
              <a:lnSpc>
                <a:spcPct val="100000"/>
              </a:lnSpc>
              <a:buNone/>
              <a:defRPr sz="2400" b="1" cap="all" baseline="0">
                <a:solidFill>
                  <a:schemeClr val="bg1"/>
                </a:solidFill>
              </a:defRPr>
            </a:lvl1pPr>
            <a:lvl2pPr marL="609585" indent="-230712">
              <a:defRPr sz="2133"/>
            </a:lvl2pPr>
            <a:lvl3pPr marL="836063" indent="-171446">
              <a:defRPr sz="1867"/>
            </a:lvl3pPr>
            <a:lvl4pPr marL="1153555" indent="-228594">
              <a:defRPr sz="1600"/>
            </a:lvl4pPr>
            <a:lvl5pPr marL="1445648" indent="-228594">
              <a:defRPr sz="1600"/>
            </a:lvl5pPr>
          </a:lstStyle>
          <a:p>
            <a:pPr lvl="0"/>
            <a:r>
              <a:rPr lang="en-US" dirty="0"/>
              <a:t>Click to Add Headline</a:t>
            </a:r>
          </a:p>
        </p:txBody>
      </p:sp>
      <p:sp>
        <p:nvSpPr>
          <p:cNvPr id="5" name="Slide Number Placeholder 4"/>
          <p:cNvSpPr>
            <a:spLocks noGrp="1"/>
          </p:cNvSpPr>
          <p:nvPr>
            <p:ph type="sldNum" sz="quarter" idx="10"/>
          </p:nvPr>
        </p:nvSpPr>
        <p:spPr/>
        <p:txBody>
          <a:bodyPr/>
          <a:lstStyle/>
          <a:p>
            <a:fld id="{AEFAAC5A-9C4F-4278-920D-DF2BAB595749}" type="slidenum">
              <a:rPr lang="en-US" smtClean="0"/>
              <a:pPr/>
              <a:t>‹#›</a:t>
            </a:fld>
            <a:endParaRPr lang="en-US" dirty="0"/>
          </a:p>
        </p:txBody>
      </p:sp>
      <p:sp>
        <p:nvSpPr>
          <p:cNvPr id="7" name="Text Placeholder 5"/>
          <p:cNvSpPr>
            <a:spLocks noGrp="1"/>
          </p:cNvSpPr>
          <p:nvPr>
            <p:ph type="body" sz="quarter" idx="12" hasCustomPrompt="1"/>
          </p:nvPr>
        </p:nvSpPr>
        <p:spPr>
          <a:xfrm>
            <a:off x="609602" y="1359249"/>
            <a:ext cx="11163868" cy="499715"/>
          </a:xfrm>
          <a:noFill/>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
        <p:nvSpPr>
          <p:cNvPr id="9" name="Text Placeholder 3"/>
          <p:cNvSpPr>
            <a:spLocks noGrp="1"/>
          </p:cNvSpPr>
          <p:nvPr>
            <p:ph type="body" sz="quarter" idx="15" hasCustomPrompt="1"/>
          </p:nvPr>
        </p:nvSpPr>
        <p:spPr>
          <a:xfrm>
            <a:off x="614527" y="1874730"/>
            <a:ext cx="5486400" cy="620999"/>
          </a:xfrm>
          <a:prstGeom prst="rect">
            <a:avLst/>
          </a:prstGeom>
          <a:solidFill>
            <a:schemeClr val="accent1"/>
          </a:solidFill>
          <a:ln w="9525">
            <a:solidFill>
              <a:schemeClr val="accent1"/>
            </a:solidFill>
            <a:miter lim="800000"/>
          </a:ln>
          <a:effectLst/>
        </p:spPr>
        <p:txBody>
          <a:bodyPr lIns="182880" bIns="0" anchor="ctr"/>
          <a:lstStyle>
            <a:lvl1pPr marL="0" indent="0" algn="l">
              <a:lnSpc>
                <a:spcPct val="100000"/>
              </a:lnSpc>
              <a:buNone/>
              <a:defRPr sz="2400" b="1" cap="all" baseline="0">
                <a:solidFill>
                  <a:schemeClr val="bg1"/>
                </a:solidFill>
              </a:defRPr>
            </a:lvl1pPr>
            <a:lvl2pPr marL="609585" indent="-230712">
              <a:defRPr sz="2133"/>
            </a:lvl2pPr>
            <a:lvl3pPr marL="836063" indent="-171446">
              <a:defRPr sz="1867"/>
            </a:lvl3pPr>
            <a:lvl4pPr marL="1153555" indent="-228594">
              <a:defRPr sz="1600"/>
            </a:lvl4pPr>
            <a:lvl5pPr marL="1445648" indent="-228594">
              <a:defRPr sz="1600"/>
            </a:lvl5pPr>
          </a:lstStyle>
          <a:p>
            <a:pPr lvl="0"/>
            <a:r>
              <a:rPr lang="en-US" dirty="0"/>
              <a:t>Click to Add Headline</a:t>
            </a:r>
          </a:p>
        </p:txBody>
      </p:sp>
      <p:sp>
        <p:nvSpPr>
          <p:cNvPr id="2" name="Title 1"/>
          <p:cNvSpPr>
            <a:spLocks noGrp="1"/>
          </p:cNvSpPr>
          <p:nvPr>
            <p:ph type="title" hasCustomPrompt="1"/>
          </p:nvPr>
        </p:nvSpPr>
        <p:spPr/>
        <p:txBody>
          <a:bodyPr/>
          <a:lstStyle>
            <a:lvl1pPr>
              <a:defRPr baseline="0"/>
            </a:lvl1pPr>
          </a:lstStyle>
          <a:p>
            <a:r>
              <a:rPr lang="en-US" dirty="0"/>
              <a:t>Two-column CONTENT slide</a:t>
            </a:r>
            <a:br>
              <a:rPr lang="en-US" dirty="0"/>
            </a:br>
            <a:r>
              <a:rPr lang="en-US" dirty="0"/>
              <a:t>with box treatment</a:t>
            </a:r>
          </a:p>
        </p:txBody>
      </p:sp>
    </p:spTree>
    <p:extLst>
      <p:ext uri="{BB962C8B-B14F-4D97-AF65-F5344CB8AC3E}">
        <p14:creationId xmlns:p14="http://schemas.microsoft.com/office/powerpoint/2010/main" val="16000106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S - Vertical">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fld id="{A5FEC96C-AFD1-4C49-9493-F5643E5E2E8F}" type="slidenum">
              <a:rPr lang="en-US" smtClean="0"/>
              <a:t>‹#›</a:t>
            </a:fld>
            <a:endParaRPr lang="en-US"/>
          </a:p>
        </p:txBody>
      </p:sp>
      <p:sp>
        <p:nvSpPr>
          <p:cNvPr id="4" name="Text Placeholder 3"/>
          <p:cNvSpPr>
            <a:spLocks noGrp="1"/>
          </p:cNvSpPr>
          <p:nvPr>
            <p:ph type="body" sz="quarter" idx="13"/>
          </p:nvPr>
        </p:nvSpPr>
        <p:spPr>
          <a:xfrm>
            <a:off x="6004767" y="1890496"/>
            <a:ext cx="5759667" cy="2054443"/>
          </a:xfrm>
        </p:spPr>
        <p:txBody>
          <a:bodyPr tIns="0"/>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spcBef>
                <a:spcPts val="0"/>
              </a:spcBef>
              <a:defRPr sz="2400"/>
            </a:lvl4pPr>
            <a:lvl5pPr marL="1445648" indent="-228594">
              <a:spcBef>
                <a:spcPts val="0"/>
              </a:spcBef>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4"/>
          <p:cNvSpPr>
            <a:spLocks noGrp="1"/>
          </p:cNvSpPr>
          <p:nvPr>
            <p:ph type="pic" sz="quarter" idx="15" hasCustomPrompt="1"/>
          </p:nvPr>
        </p:nvSpPr>
        <p:spPr>
          <a:xfrm>
            <a:off x="660908" y="1890495"/>
            <a:ext cx="4972641" cy="2087843"/>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12" name="Picture Placeholder 4"/>
          <p:cNvSpPr>
            <a:spLocks noGrp="1"/>
          </p:cNvSpPr>
          <p:nvPr>
            <p:ph type="pic" sz="quarter" idx="16" hasCustomPrompt="1"/>
          </p:nvPr>
        </p:nvSpPr>
        <p:spPr>
          <a:xfrm>
            <a:off x="660908" y="4271088"/>
            <a:ext cx="4972641" cy="2087843"/>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p:txBody>
          <a:bodyPr/>
          <a:lstStyle>
            <a:lvl1pPr>
              <a:defRPr baseline="0"/>
            </a:lvl1pPr>
          </a:lstStyle>
          <a:p>
            <a:r>
              <a:rPr lang="en-US" dirty="0"/>
              <a:t>TWO IMAGES – VERTICAL</a:t>
            </a:r>
            <a:br>
              <a:rPr lang="en-US" dirty="0"/>
            </a:br>
            <a:r>
              <a:rPr lang="en-US" dirty="0"/>
              <a:t>Headline in </a:t>
            </a:r>
            <a:r>
              <a:rPr lang="en-US" dirty="0" err="1"/>
              <a:t>arial</a:t>
            </a:r>
            <a:r>
              <a:rPr lang="en-US" dirty="0"/>
              <a:t> and all caps</a:t>
            </a:r>
          </a:p>
        </p:txBody>
      </p:sp>
      <p:sp>
        <p:nvSpPr>
          <p:cNvPr id="8" name="Text Placeholder 5"/>
          <p:cNvSpPr>
            <a:spLocks noGrp="1"/>
          </p:cNvSpPr>
          <p:nvPr>
            <p:ph type="body" sz="quarter" idx="12" hasCustomPrompt="1"/>
          </p:nvPr>
        </p:nvSpPr>
        <p:spPr>
          <a:xfrm>
            <a:off x="609602" y="1359249"/>
            <a:ext cx="11163868" cy="499715"/>
          </a:xfrm>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
        <p:nvSpPr>
          <p:cNvPr id="10" name="Text Placeholder 3"/>
          <p:cNvSpPr>
            <a:spLocks noGrp="1"/>
          </p:cNvSpPr>
          <p:nvPr>
            <p:ph type="body" sz="quarter" idx="18"/>
          </p:nvPr>
        </p:nvSpPr>
        <p:spPr>
          <a:xfrm>
            <a:off x="6004767" y="4257459"/>
            <a:ext cx="5759667" cy="2054443"/>
          </a:xfrm>
        </p:spPr>
        <p:txBody>
          <a:bodyPr tIns="0"/>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spcBef>
                <a:spcPts val="0"/>
              </a:spcBef>
              <a:defRPr sz="2400"/>
            </a:lvl4pPr>
            <a:lvl5pPr marL="1445648" indent="-228594">
              <a:spcBef>
                <a:spcPts val="0"/>
              </a:spcBef>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Tree>
    <p:extLst>
      <p:ext uri="{BB962C8B-B14F-4D97-AF65-F5344CB8AC3E}">
        <p14:creationId xmlns:p14="http://schemas.microsoft.com/office/powerpoint/2010/main" val="25506797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S - vertical">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fld id="{A5FEC96C-AFD1-4C49-9493-F5643E5E2E8F}" type="slidenum">
              <a:rPr lang="en-US" smtClean="0"/>
              <a:t>‹#›</a:t>
            </a:fld>
            <a:endParaRPr lang="en-US"/>
          </a:p>
        </p:txBody>
      </p:sp>
      <p:sp>
        <p:nvSpPr>
          <p:cNvPr id="4" name="Text Placeholder 3"/>
          <p:cNvSpPr>
            <a:spLocks noGrp="1"/>
          </p:cNvSpPr>
          <p:nvPr>
            <p:ph type="body" sz="quarter" idx="13"/>
          </p:nvPr>
        </p:nvSpPr>
        <p:spPr>
          <a:xfrm>
            <a:off x="4060412" y="1934727"/>
            <a:ext cx="7753216" cy="1303379"/>
          </a:xfrm>
        </p:spPr>
        <p:txBody>
          <a:bodyPr tIns="0"/>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spcBef>
                <a:spcPts val="0"/>
              </a:spcBef>
              <a:defRPr sz="2133"/>
            </a:lvl4pPr>
            <a:lvl5pPr marL="1445648" indent="-228594">
              <a:spcBef>
                <a:spcPts val="0"/>
              </a:spcBef>
              <a:defRPr sz="2133"/>
            </a:lvl5pPr>
          </a:lstStyle>
          <a:p>
            <a:pPr lvl="0"/>
            <a:r>
              <a:rPr lang="en-US"/>
              <a:t>Click to edit Master text styles</a:t>
            </a:r>
          </a:p>
          <a:p>
            <a:pPr lvl="1"/>
            <a:r>
              <a:rPr lang="en-US"/>
              <a:t>Second level</a:t>
            </a:r>
          </a:p>
          <a:p>
            <a:pPr lvl="2"/>
            <a:r>
              <a:rPr lang="en-US"/>
              <a:t>Third level</a:t>
            </a:r>
          </a:p>
        </p:txBody>
      </p:sp>
      <p:sp>
        <p:nvSpPr>
          <p:cNvPr id="9" name="Picture Placeholder 4"/>
          <p:cNvSpPr>
            <a:spLocks noGrp="1"/>
          </p:cNvSpPr>
          <p:nvPr>
            <p:ph type="pic" sz="quarter" idx="15" hasCustomPrompt="1"/>
          </p:nvPr>
        </p:nvSpPr>
        <p:spPr>
          <a:xfrm>
            <a:off x="652525" y="1923615"/>
            <a:ext cx="2698328" cy="1186811"/>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12" name="Picture Placeholder 4"/>
          <p:cNvSpPr>
            <a:spLocks noGrp="1"/>
          </p:cNvSpPr>
          <p:nvPr>
            <p:ph type="pic" sz="quarter" idx="16" hasCustomPrompt="1"/>
          </p:nvPr>
        </p:nvSpPr>
        <p:spPr>
          <a:xfrm>
            <a:off x="649354" y="3493608"/>
            <a:ext cx="2704676" cy="1186811"/>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p:txBody>
          <a:bodyPr/>
          <a:lstStyle>
            <a:lvl1pPr>
              <a:defRPr baseline="0"/>
            </a:lvl1pPr>
          </a:lstStyle>
          <a:p>
            <a:r>
              <a:rPr lang="en-US" dirty="0"/>
              <a:t>THREE IMAGES – VERTICAL</a:t>
            </a:r>
            <a:br>
              <a:rPr lang="en-US" dirty="0"/>
            </a:br>
            <a:r>
              <a:rPr lang="en-US" dirty="0"/>
              <a:t>Headline in </a:t>
            </a:r>
            <a:r>
              <a:rPr lang="en-US" dirty="0" err="1"/>
              <a:t>arial</a:t>
            </a:r>
            <a:r>
              <a:rPr lang="en-US" dirty="0"/>
              <a:t> and all caps</a:t>
            </a:r>
          </a:p>
        </p:txBody>
      </p:sp>
      <p:sp>
        <p:nvSpPr>
          <p:cNvPr id="8" name="Text Placeholder 5"/>
          <p:cNvSpPr>
            <a:spLocks noGrp="1"/>
          </p:cNvSpPr>
          <p:nvPr>
            <p:ph type="body" sz="quarter" idx="12" hasCustomPrompt="1"/>
          </p:nvPr>
        </p:nvSpPr>
        <p:spPr>
          <a:xfrm>
            <a:off x="609602" y="1371949"/>
            <a:ext cx="11163868" cy="499715"/>
          </a:xfrm>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
        <p:nvSpPr>
          <p:cNvPr id="10" name="Text Placeholder 3"/>
          <p:cNvSpPr>
            <a:spLocks noGrp="1"/>
          </p:cNvSpPr>
          <p:nvPr>
            <p:ph type="body" sz="quarter" idx="18"/>
          </p:nvPr>
        </p:nvSpPr>
        <p:spPr>
          <a:xfrm>
            <a:off x="4060412" y="3507968"/>
            <a:ext cx="7753216" cy="1303379"/>
          </a:xfrm>
        </p:spPr>
        <p:txBody>
          <a:bodyPr tIns="0"/>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spcBef>
                <a:spcPts val="0"/>
              </a:spcBef>
              <a:defRPr sz="2133"/>
            </a:lvl4pPr>
            <a:lvl5pPr marL="1445648" indent="-228594">
              <a:spcBef>
                <a:spcPts val="0"/>
              </a:spcBef>
              <a:defRPr sz="2133"/>
            </a:lvl5pPr>
          </a:lstStyle>
          <a:p>
            <a:pPr lvl="0"/>
            <a:r>
              <a:rPr lang="en-US"/>
              <a:t>Click to edit Master text styles</a:t>
            </a:r>
          </a:p>
          <a:p>
            <a:pPr lvl="1"/>
            <a:r>
              <a:rPr lang="en-US"/>
              <a:t>Second level</a:t>
            </a:r>
          </a:p>
          <a:p>
            <a:pPr lvl="2"/>
            <a:r>
              <a:rPr lang="en-US"/>
              <a:t>Third level</a:t>
            </a:r>
          </a:p>
        </p:txBody>
      </p:sp>
      <p:sp>
        <p:nvSpPr>
          <p:cNvPr id="14" name="Picture Placeholder 4"/>
          <p:cNvSpPr>
            <a:spLocks noGrp="1"/>
          </p:cNvSpPr>
          <p:nvPr>
            <p:ph type="pic" sz="quarter" idx="19" hasCustomPrompt="1"/>
          </p:nvPr>
        </p:nvSpPr>
        <p:spPr>
          <a:xfrm>
            <a:off x="649353" y="5076181"/>
            <a:ext cx="2704676" cy="1186811"/>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15" name="Text Placeholder 3"/>
          <p:cNvSpPr>
            <a:spLocks noGrp="1"/>
          </p:cNvSpPr>
          <p:nvPr>
            <p:ph type="body" sz="quarter" idx="20"/>
          </p:nvPr>
        </p:nvSpPr>
        <p:spPr>
          <a:xfrm>
            <a:off x="4060412" y="5059321"/>
            <a:ext cx="7753216" cy="1303379"/>
          </a:xfrm>
        </p:spPr>
        <p:txBody>
          <a:bodyPr tIns="0"/>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spcBef>
                <a:spcPts val="0"/>
              </a:spcBef>
              <a:defRPr sz="2133"/>
            </a:lvl4pPr>
            <a:lvl5pPr marL="1445648" indent="-228594">
              <a:spcBef>
                <a:spcPts val="0"/>
              </a:spcBef>
              <a:defRPr sz="2133"/>
            </a:lvl5pPr>
          </a:lstStyle>
          <a:p>
            <a:pPr lvl="0"/>
            <a:r>
              <a:rPr lang="en-US"/>
              <a:t>Click to edit Master text styles</a:t>
            </a:r>
          </a:p>
          <a:p>
            <a:pPr lvl="1"/>
            <a:r>
              <a:rPr lang="en-US"/>
              <a:t>Second level</a:t>
            </a:r>
          </a:p>
          <a:p>
            <a:pPr lvl="2"/>
            <a:r>
              <a:rPr lang="en-US"/>
              <a:t>Third level</a:t>
            </a:r>
          </a:p>
        </p:txBody>
      </p:sp>
      <p:sp>
        <p:nvSpPr>
          <p:cNvPr id="16" name="TextBox 15"/>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Tree>
    <p:extLst>
      <p:ext uri="{BB962C8B-B14F-4D97-AF65-F5344CB8AC3E}">
        <p14:creationId xmlns:p14="http://schemas.microsoft.com/office/powerpoint/2010/main" val="41992739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IMAGES - top horizontal">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fld id="{AEFAAC5A-9C4F-4278-920D-DF2BAB595749}" type="slidenum">
              <a:rPr lang="en-US" smtClean="0"/>
              <a:pPr/>
              <a:t>‹#›</a:t>
            </a:fld>
            <a:endParaRPr lang="en-US" dirty="0"/>
          </a:p>
        </p:txBody>
      </p:sp>
      <p:sp>
        <p:nvSpPr>
          <p:cNvPr id="7" name="Text Placeholder 5"/>
          <p:cNvSpPr>
            <a:spLocks noGrp="1"/>
          </p:cNvSpPr>
          <p:nvPr>
            <p:ph type="body" sz="quarter" idx="12" hasCustomPrompt="1"/>
          </p:nvPr>
        </p:nvSpPr>
        <p:spPr>
          <a:xfrm>
            <a:off x="609602" y="1359249"/>
            <a:ext cx="11163868" cy="499715"/>
          </a:xfrm>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
        <p:nvSpPr>
          <p:cNvPr id="4" name="Text Placeholder 3"/>
          <p:cNvSpPr>
            <a:spLocks noGrp="1"/>
          </p:cNvSpPr>
          <p:nvPr>
            <p:ph type="body" sz="quarter" idx="13"/>
          </p:nvPr>
        </p:nvSpPr>
        <p:spPr>
          <a:xfrm>
            <a:off x="651643" y="4188849"/>
            <a:ext cx="5486400" cy="2129163"/>
          </a:xfrm>
        </p:spPr>
        <p:txBody>
          <a:bodyPr tIns="91440"/>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spcBef>
                <a:spcPts val="0"/>
              </a:spcBef>
              <a:defRPr sz="2400"/>
            </a:lvl4pPr>
            <a:lvl5pPr marL="1445648" indent="-228594">
              <a:spcBef>
                <a:spcPts val="0"/>
              </a:spcBef>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
          <p:cNvSpPr>
            <a:spLocks noGrp="1"/>
          </p:cNvSpPr>
          <p:nvPr>
            <p:ph type="body" sz="quarter" idx="14"/>
          </p:nvPr>
        </p:nvSpPr>
        <p:spPr>
          <a:xfrm>
            <a:off x="6288289" y="4188849"/>
            <a:ext cx="5463447" cy="2129163"/>
          </a:xfrm>
        </p:spPr>
        <p:txBody>
          <a:bodyPr tIns="91440"/>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spcBef>
                <a:spcPts val="0"/>
              </a:spcBef>
              <a:defRPr sz="2400"/>
            </a:lvl4pPr>
            <a:lvl5pPr marL="1445648" indent="-228594">
              <a:spcBef>
                <a:spcPts val="0"/>
              </a:spcBef>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4"/>
          <p:cNvSpPr>
            <a:spLocks noGrp="1"/>
          </p:cNvSpPr>
          <p:nvPr>
            <p:ph type="pic" sz="quarter" idx="15" hasCustomPrompt="1"/>
          </p:nvPr>
        </p:nvSpPr>
        <p:spPr>
          <a:xfrm>
            <a:off x="660905" y="1890495"/>
            <a:ext cx="5364480" cy="2286000"/>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12" name="Picture Placeholder 4"/>
          <p:cNvSpPr>
            <a:spLocks noGrp="1"/>
          </p:cNvSpPr>
          <p:nvPr>
            <p:ph type="pic" sz="quarter" idx="16" hasCustomPrompt="1"/>
          </p:nvPr>
        </p:nvSpPr>
        <p:spPr>
          <a:xfrm>
            <a:off x="6278733" y="1890495"/>
            <a:ext cx="5364480" cy="2286000"/>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p:txBody>
          <a:bodyPr/>
          <a:lstStyle>
            <a:lvl1pPr>
              <a:defRPr baseline="0"/>
            </a:lvl1pPr>
          </a:lstStyle>
          <a:p>
            <a:r>
              <a:rPr lang="en-US" dirty="0"/>
              <a:t>TWO IMAGES – top HORIZONTAL</a:t>
            </a:r>
            <a:br>
              <a:rPr lang="en-US" dirty="0"/>
            </a:br>
            <a:r>
              <a:rPr lang="en-US" dirty="0"/>
              <a:t>Headline in </a:t>
            </a:r>
            <a:r>
              <a:rPr lang="en-US" dirty="0" err="1"/>
              <a:t>arial</a:t>
            </a:r>
            <a:r>
              <a:rPr lang="en-US" dirty="0"/>
              <a:t> and all caps</a:t>
            </a:r>
          </a:p>
        </p:txBody>
      </p:sp>
      <p:sp>
        <p:nvSpPr>
          <p:cNvPr id="10" name="TextBox 9"/>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Tree>
    <p:extLst>
      <p:ext uri="{BB962C8B-B14F-4D97-AF65-F5344CB8AC3E}">
        <p14:creationId xmlns:p14="http://schemas.microsoft.com/office/powerpoint/2010/main" val="1009442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IMAGES - Bottom horizontal">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fld id="{AEFAAC5A-9C4F-4278-920D-DF2BAB595749}" type="slidenum">
              <a:rPr lang="en-US" smtClean="0"/>
              <a:pPr/>
              <a:t>‹#›</a:t>
            </a:fld>
            <a:endParaRPr lang="en-US" dirty="0"/>
          </a:p>
        </p:txBody>
      </p:sp>
      <p:sp>
        <p:nvSpPr>
          <p:cNvPr id="7" name="Text Placeholder 5"/>
          <p:cNvSpPr>
            <a:spLocks noGrp="1"/>
          </p:cNvSpPr>
          <p:nvPr>
            <p:ph type="body" sz="quarter" idx="12" hasCustomPrompt="1"/>
          </p:nvPr>
        </p:nvSpPr>
        <p:spPr>
          <a:xfrm>
            <a:off x="609602" y="1355853"/>
            <a:ext cx="11163868" cy="499715"/>
          </a:xfrm>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
        <p:nvSpPr>
          <p:cNvPr id="4" name="Text Placeholder 3"/>
          <p:cNvSpPr>
            <a:spLocks noGrp="1"/>
          </p:cNvSpPr>
          <p:nvPr>
            <p:ph type="body" sz="quarter" idx="13"/>
          </p:nvPr>
        </p:nvSpPr>
        <p:spPr>
          <a:xfrm>
            <a:off x="609600" y="1877797"/>
            <a:ext cx="5486400" cy="1717079"/>
          </a:xfrm>
        </p:spPr>
        <p:txBody>
          <a:bodyPr/>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spcBef>
                <a:spcPts val="0"/>
              </a:spcBef>
              <a:defRPr sz="2400"/>
            </a:lvl4pPr>
            <a:lvl5pPr marL="1445648" indent="-228594">
              <a:spcBef>
                <a:spcPts val="0"/>
              </a:spcBef>
              <a:defRPr sz="2400"/>
            </a:lvl5pPr>
          </a:lstStyle>
          <a:p>
            <a:pPr lvl="0"/>
            <a:r>
              <a:rPr lang="en-US"/>
              <a:t>Click to edit Master text styles</a:t>
            </a:r>
          </a:p>
          <a:p>
            <a:pPr lvl="1"/>
            <a:r>
              <a:rPr lang="en-US"/>
              <a:t>Second level</a:t>
            </a:r>
          </a:p>
          <a:p>
            <a:pPr lvl="2"/>
            <a:r>
              <a:rPr lang="en-US"/>
              <a:t>Third level</a:t>
            </a:r>
          </a:p>
        </p:txBody>
      </p:sp>
      <p:sp>
        <p:nvSpPr>
          <p:cNvPr id="15" name="Text Placeholder 3"/>
          <p:cNvSpPr>
            <a:spLocks noGrp="1"/>
          </p:cNvSpPr>
          <p:nvPr>
            <p:ph type="body" sz="quarter" idx="14"/>
          </p:nvPr>
        </p:nvSpPr>
        <p:spPr>
          <a:xfrm>
            <a:off x="6288287" y="1877797"/>
            <a:ext cx="5486400" cy="1717079"/>
          </a:xfrm>
        </p:spPr>
        <p:txBody>
          <a:bodyPr/>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spcBef>
                <a:spcPts val="0"/>
              </a:spcBef>
              <a:defRPr sz="2400"/>
            </a:lvl4pPr>
            <a:lvl5pPr marL="1445648" indent="-228594">
              <a:spcBef>
                <a:spcPts val="0"/>
              </a:spcBef>
              <a:defRPr sz="2400"/>
            </a:lvl5pPr>
          </a:lstStyle>
          <a:p>
            <a:pPr lvl="0"/>
            <a:r>
              <a:rPr lang="en-US"/>
              <a:t>Click to edit Master text styles</a:t>
            </a:r>
          </a:p>
          <a:p>
            <a:pPr lvl="1"/>
            <a:r>
              <a:rPr lang="en-US"/>
              <a:t>Second level</a:t>
            </a:r>
          </a:p>
          <a:p>
            <a:pPr lvl="2"/>
            <a:r>
              <a:rPr lang="en-US"/>
              <a:t>Third level</a:t>
            </a:r>
          </a:p>
        </p:txBody>
      </p:sp>
      <p:sp>
        <p:nvSpPr>
          <p:cNvPr id="10" name="Picture Placeholder 4"/>
          <p:cNvSpPr>
            <a:spLocks noGrp="1"/>
          </p:cNvSpPr>
          <p:nvPr>
            <p:ph type="pic" sz="quarter" idx="15" hasCustomPrompt="1"/>
          </p:nvPr>
        </p:nvSpPr>
        <p:spPr>
          <a:xfrm>
            <a:off x="618861" y="3615115"/>
            <a:ext cx="5364480" cy="2286000"/>
          </a:xfrm>
          <a:solidFill>
            <a:schemeClr val="bg1">
              <a:lumMod val="75000"/>
            </a:schemeClr>
          </a:solidFill>
        </p:spPr>
        <p:txBody>
          <a:bodyPr tIns="274320"/>
          <a:lstStyle>
            <a:lvl1pPr marL="0" indent="0" algn="ctr">
              <a:buNone/>
              <a:defRPr baseline="0"/>
            </a:lvl1pPr>
          </a:lstStyle>
          <a:p>
            <a:r>
              <a:rPr lang="en-US" dirty="0"/>
              <a:t>Click icon to insert an image</a:t>
            </a:r>
          </a:p>
        </p:txBody>
      </p:sp>
      <p:sp>
        <p:nvSpPr>
          <p:cNvPr id="11" name="Picture Placeholder 4"/>
          <p:cNvSpPr>
            <a:spLocks noGrp="1"/>
          </p:cNvSpPr>
          <p:nvPr>
            <p:ph type="pic" sz="quarter" idx="16" hasCustomPrompt="1"/>
          </p:nvPr>
        </p:nvSpPr>
        <p:spPr>
          <a:xfrm>
            <a:off x="6307819" y="3615115"/>
            <a:ext cx="5364480" cy="2286000"/>
          </a:xfrm>
          <a:solidFill>
            <a:schemeClr val="bg1">
              <a:lumMod val="75000"/>
            </a:schemeClr>
          </a:solidFill>
        </p:spPr>
        <p:txBody>
          <a:bodyPr tIns="27432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p:txBody>
          <a:bodyPr/>
          <a:lstStyle>
            <a:lvl1pPr>
              <a:defRPr baseline="0"/>
            </a:lvl1pPr>
          </a:lstStyle>
          <a:p>
            <a:r>
              <a:rPr lang="en-US" dirty="0"/>
              <a:t>TWO IMAGES – bottom HORIZONTAL</a:t>
            </a:r>
            <a:br>
              <a:rPr lang="en-US" dirty="0"/>
            </a:br>
            <a:r>
              <a:rPr lang="en-US" dirty="0"/>
              <a:t>WITH CAPTIONS</a:t>
            </a:r>
          </a:p>
        </p:txBody>
      </p:sp>
      <p:sp>
        <p:nvSpPr>
          <p:cNvPr id="12" name="TextBox 11"/>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
        <p:nvSpPr>
          <p:cNvPr id="8" name="Text Placeholder 7"/>
          <p:cNvSpPr>
            <a:spLocks noGrp="1"/>
          </p:cNvSpPr>
          <p:nvPr>
            <p:ph type="body" sz="quarter" idx="17"/>
          </p:nvPr>
        </p:nvSpPr>
        <p:spPr>
          <a:xfrm>
            <a:off x="635022" y="5912892"/>
            <a:ext cx="5327631" cy="478760"/>
          </a:xfrm>
        </p:spPr>
        <p:txBody>
          <a:bodyPr/>
          <a:lstStyle>
            <a:lvl1pPr marL="0" indent="0">
              <a:buNone/>
              <a:defRPr sz="1600"/>
            </a:lvl1pPr>
          </a:lstStyle>
          <a:p>
            <a:pPr lvl="0"/>
            <a:r>
              <a:rPr lang="en-US"/>
              <a:t>Click to edit Master text styles</a:t>
            </a:r>
          </a:p>
        </p:txBody>
      </p:sp>
      <p:sp>
        <p:nvSpPr>
          <p:cNvPr id="13" name="Text Placeholder 7"/>
          <p:cNvSpPr>
            <a:spLocks noGrp="1"/>
          </p:cNvSpPr>
          <p:nvPr>
            <p:ph type="body" sz="quarter" idx="18"/>
          </p:nvPr>
        </p:nvSpPr>
        <p:spPr>
          <a:xfrm>
            <a:off x="6333721" y="5925592"/>
            <a:ext cx="5327631" cy="478760"/>
          </a:xfrm>
        </p:spPr>
        <p:txBody>
          <a:bodyPr/>
          <a:lstStyle>
            <a:lvl1pPr marL="0" indent="0">
              <a:buNone/>
              <a:defRPr sz="1600"/>
            </a:lvl1pPr>
          </a:lstStyle>
          <a:p>
            <a:pPr lvl="0"/>
            <a:r>
              <a:rPr lang="en-US"/>
              <a:t>Click to edit Master text styles</a:t>
            </a:r>
          </a:p>
        </p:txBody>
      </p:sp>
    </p:spTree>
    <p:extLst>
      <p:ext uri="{BB962C8B-B14F-4D97-AF65-F5344CB8AC3E}">
        <p14:creationId xmlns:p14="http://schemas.microsoft.com/office/powerpoint/2010/main" val="17281607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LRG IMAGES - top horizontal">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fld id="{AEFAAC5A-9C4F-4278-920D-DF2BAB595749}" type="slidenum">
              <a:rPr lang="en-US" smtClean="0"/>
              <a:pPr/>
              <a:t>‹#›</a:t>
            </a:fld>
            <a:endParaRPr lang="en-US" dirty="0"/>
          </a:p>
        </p:txBody>
      </p:sp>
      <p:sp>
        <p:nvSpPr>
          <p:cNvPr id="4" name="Text Placeholder 3"/>
          <p:cNvSpPr>
            <a:spLocks noGrp="1"/>
          </p:cNvSpPr>
          <p:nvPr>
            <p:ph type="body" sz="quarter" idx="13"/>
          </p:nvPr>
        </p:nvSpPr>
        <p:spPr>
          <a:xfrm>
            <a:off x="651643" y="5475819"/>
            <a:ext cx="5486400" cy="915835"/>
          </a:xfrm>
        </p:spPr>
        <p:txBody>
          <a:bodyPr tIns="91440"/>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spcBef>
                <a:spcPts val="0"/>
              </a:spcBef>
              <a:defRPr sz="2133"/>
            </a:lvl4pPr>
            <a:lvl5pPr marL="1445648" indent="-228594">
              <a:spcBef>
                <a:spcPts val="0"/>
              </a:spcBef>
              <a:defRPr sz="2133"/>
            </a:lvl5pPr>
          </a:lstStyle>
          <a:p>
            <a:pPr lvl="0"/>
            <a:r>
              <a:rPr lang="en-US"/>
              <a:t>Click to edit Master text styles</a:t>
            </a:r>
          </a:p>
          <a:p>
            <a:pPr lvl="1"/>
            <a:r>
              <a:rPr lang="en-US"/>
              <a:t>Second level</a:t>
            </a:r>
          </a:p>
        </p:txBody>
      </p:sp>
      <p:sp>
        <p:nvSpPr>
          <p:cNvPr id="15" name="Text Placeholder 3"/>
          <p:cNvSpPr>
            <a:spLocks noGrp="1"/>
          </p:cNvSpPr>
          <p:nvPr>
            <p:ph type="body" sz="quarter" idx="14"/>
          </p:nvPr>
        </p:nvSpPr>
        <p:spPr>
          <a:xfrm>
            <a:off x="6288289" y="5475819"/>
            <a:ext cx="5463447" cy="915835"/>
          </a:xfrm>
        </p:spPr>
        <p:txBody>
          <a:bodyPr tIns="91440"/>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spcBef>
                <a:spcPts val="0"/>
              </a:spcBef>
              <a:defRPr sz="2133"/>
            </a:lvl4pPr>
            <a:lvl5pPr marL="1445648" indent="-228594">
              <a:spcBef>
                <a:spcPts val="0"/>
              </a:spcBef>
              <a:defRPr sz="2133"/>
            </a:lvl5pPr>
          </a:lstStyle>
          <a:p>
            <a:pPr lvl="0"/>
            <a:r>
              <a:rPr lang="en-US"/>
              <a:t>Click to edit Master text styles</a:t>
            </a:r>
          </a:p>
          <a:p>
            <a:pPr lvl="1"/>
            <a:r>
              <a:rPr lang="en-US"/>
              <a:t>Second level</a:t>
            </a:r>
          </a:p>
        </p:txBody>
      </p:sp>
      <p:sp>
        <p:nvSpPr>
          <p:cNvPr id="9" name="Picture Placeholder 4"/>
          <p:cNvSpPr>
            <a:spLocks noGrp="1"/>
          </p:cNvSpPr>
          <p:nvPr>
            <p:ph type="pic" sz="quarter" idx="15" hasCustomPrompt="1"/>
          </p:nvPr>
        </p:nvSpPr>
        <p:spPr>
          <a:xfrm>
            <a:off x="660905" y="1894417"/>
            <a:ext cx="5364480" cy="3581400"/>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12" name="Picture Placeholder 4"/>
          <p:cNvSpPr>
            <a:spLocks noGrp="1"/>
          </p:cNvSpPr>
          <p:nvPr>
            <p:ph type="pic" sz="quarter" idx="16" hasCustomPrompt="1"/>
          </p:nvPr>
        </p:nvSpPr>
        <p:spPr>
          <a:xfrm>
            <a:off x="6278733" y="1894417"/>
            <a:ext cx="5364480" cy="3581400"/>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p:txBody>
          <a:bodyPr/>
          <a:lstStyle>
            <a:lvl1pPr>
              <a:defRPr baseline="0"/>
            </a:lvl1pPr>
          </a:lstStyle>
          <a:p>
            <a:r>
              <a:rPr lang="en-US" dirty="0"/>
              <a:t>TWO Large IMAGES w/bullets </a:t>
            </a:r>
            <a:br>
              <a:rPr lang="en-US" dirty="0"/>
            </a:br>
            <a:r>
              <a:rPr lang="en-US" dirty="0"/>
              <a:t>Headline in </a:t>
            </a:r>
            <a:r>
              <a:rPr lang="en-US" dirty="0" err="1"/>
              <a:t>arial</a:t>
            </a:r>
            <a:r>
              <a:rPr lang="en-US" dirty="0"/>
              <a:t> and all caps</a:t>
            </a:r>
          </a:p>
        </p:txBody>
      </p:sp>
      <p:sp>
        <p:nvSpPr>
          <p:cNvPr id="10" name="TextBox 9"/>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
        <p:nvSpPr>
          <p:cNvPr id="11" name="Text Placeholder 5"/>
          <p:cNvSpPr>
            <a:spLocks noGrp="1"/>
          </p:cNvSpPr>
          <p:nvPr>
            <p:ph type="body" sz="quarter" idx="12" hasCustomPrompt="1"/>
          </p:nvPr>
        </p:nvSpPr>
        <p:spPr>
          <a:xfrm>
            <a:off x="609602" y="1346549"/>
            <a:ext cx="11163868" cy="499715"/>
          </a:xfrm>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Tree>
    <p:extLst>
      <p:ext uri="{BB962C8B-B14F-4D97-AF65-F5344CB8AC3E}">
        <p14:creationId xmlns:p14="http://schemas.microsoft.com/office/powerpoint/2010/main" val="3361668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S/caption - TWO images">
    <p:spTree>
      <p:nvGrpSpPr>
        <p:cNvPr id="1" name=""/>
        <p:cNvGrpSpPr/>
        <p:nvPr/>
      </p:nvGrpSpPr>
      <p:grpSpPr>
        <a:xfrm>
          <a:off x="0" y="0"/>
          <a:ext cx="0" cy="0"/>
          <a:chOff x="0" y="0"/>
          <a:chExt cx="0" cy="0"/>
        </a:xfrm>
      </p:grpSpPr>
      <p:sp>
        <p:nvSpPr>
          <p:cNvPr id="9" name="Picture Placeholder 4"/>
          <p:cNvSpPr>
            <a:spLocks noGrp="1" noChangeAspect="1"/>
          </p:cNvSpPr>
          <p:nvPr>
            <p:ph type="pic" sz="quarter" idx="15" hasCustomPrompt="1"/>
          </p:nvPr>
        </p:nvSpPr>
        <p:spPr>
          <a:xfrm>
            <a:off x="902173" y="1889396"/>
            <a:ext cx="5053832" cy="3744153"/>
          </a:xfrm>
          <a:solidFill>
            <a:schemeClr val="bg1">
              <a:lumMod val="75000"/>
            </a:schemeClr>
          </a:solidFill>
        </p:spPr>
        <p:txBody>
          <a:bodyPr tIns="182880"/>
          <a:lstStyle>
            <a:lvl1pPr marL="0" indent="0" algn="ctr">
              <a:buNone/>
              <a:defRPr baseline="0"/>
            </a:lvl1pPr>
          </a:lstStyle>
          <a:p>
            <a:r>
              <a:rPr lang="en-US" dirty="0"/>
              <a:t>Click icon to insert an image</a:t>
            </a:r>
          </a:p>
        </p:txBody>
      </p:sp>
      <p:sp>
        <p:nvSpPr>
          <p:cNvPr id="10" name="Text Placeholder 5"/>
          <p:cNvSpPr>
            <a:spLocks noGrp="1"/>
          </p:cNvSpPr>
          <p:nvPr>
            <p:ph type="body" sz="quarter" idx="17" hasCustomPrompt="1"/>
          </p:nvPr>
        </p:nvSpPr>
        <p:spPr>
          <a:xfrm>
            <a:off x="902173" y="5675246"/>
            <a:ext cx="5120640" cy="585031"/>
          </a:xfrm>
        </p:spPr>
        <p:txBody>
          <a:bodyPr bIns="0" anchor="t" anchorCtr="0">
            <a:normAutofit/>
          </a:bodyPr>
          <a:lstStyle>
            <a:lvl1pPr marL="0" marR="0" indent="0" algn="l" defTabSz="609585" rtl="0" eaLnBrk="1" fontAlgn="auto" latinLnBrk="0" hangingPunct="1">
              <a:lnSpc>
                <a:spcPct val="100000"/>
              </a:lnSpc>
              <a:spcBef>
                <a:spcPts val="0"/>
              </a:spcBef>
              <a:spcAft>
                <a:spcPts val="0"/>
              </a:spcAft>
              <a:buClrTx/>
              <a:buSzTx/>
              <a:buFont typeface="Wingdings" pitchFamily="2" charset="2"/>
              <a:buNone/>
              <a:tabLst/>
              <a:defRPr sz="1600" b="0" cap="none" baseline="0"/>
            </a:lvl1pPr>
          </a:lstStyle>
          <a:p>
            <a:r>
              <a:rPr lang="en-US" dirty="0"/>
              <a:t>Image Caption</a:t>
            </a:r>
          </a:p>
          <a:p>
            <a:r>
              <a:rPr lang="en-US" dirty="0"/>
              <a:t>Image Caption </a:t>
            </a:r>
          </a:p>
          <a:p>
            <a:r>
              <a:rPr lang="en-US" dirty="0"/>
              <a:t>Image Caption </a:t>
            </a:r>
          </a:p>
          <a:p>
            <a:r>
              <a:rPr lang="en-US" dirty="0"/>
              <a:t> </a:t>
            </a:r>
          </a:p>
        </p:txBody>
      </p:sp>
      <p:sp>
        <p:nvSpPr>
          <p:cNvPr id="2" name="Title 1"/>
          <p:cNvSpPr>
            <a:spLocks noGrp="1"/>
          </p:cNvSpPr>
          <p:nvPr>
            <p:ph type="title" hasCustomPrompt="1"/>
          </p:nvPr>
        </p:nvSpPr>
        <p:spPr/>
        <p:txBody>
          <a:bodyPr/>
          <a:lstStyle>
            <a:lvl1pPr>
              <a:defRPr/>
            </a:lvl1pPr>
          </a:lstStyle>
          <a:p>
            <a:r>
              <a:rPr lang="en-US" dirty="0"/>
              <a:t>TWO IMAGES with captions</a:t>
            </a:r>
            <a:br>
              <a:rPr lang="en-US" dirty="0"/>
            </a:br>
            <a:r>
              <a:rPr lang="en-US" dirty="0"/>
              <a:t>Headline in </a:t>
            </a:r>
            <a:r>
              <a:rPr lang="en-US" dirty="0" err="1"/>
              <a:t>arial</a:t>
            </a:r>
            <a:r>
              <a:rPr lang="en-US" dirty="0"/>
              <a:t> and all caps</a:t>
            </a:r>
          </a:p>
        </p:txBody>
      </p:sp>
      <p:sp>
        <p:nvSpPr>
          <p:cNvPr id="4" name="Slide Number Placeholder 3"/>
          <p:cNvSpPr>
            <a:spLocks noGrp="1"/>
          </p:cNvSpPr>
          <p:nvPr>
            <p:ph type="sldNum" sz="quarter" idx="19"/>
          </p:nvPr>
        </p:nvSpPr>
        <p:spPr/>
        <p:txBody>
          <a:bodyPr/>
          <a:lstStyle/>
          <a:p>
            <a:fld id="{AEFAAC5A-9C4F-4278-920D-DF2BAB595749}" type="slidenum">
              <a:rPr lang="en-US" smtClean="0"/>
              <a:pPr/>
              <a:t>‹#›</a:t>
            </a:fld>
            <a:endParaRPr lang="en-US" dirty="0"/>
          </a:p>
        </p:txBody>
      </p:sp>
      <p:sp>
        <p:nvSpPr>
          <p:cNvPr id="14" name="Text Placeholder 5"/>
          <p:cNvSpPr>
            <a:spLocks noGrp="1"/>
          </p:cNvSpPr>
          <p:nvPr>
            <p:ph type="body" sz="quarter" idx="12" hasCustomPrompt="1"/>
          </p:nvPr>
        </p:nvSpPr>
        <p:spPr>
          <a:xfrm>
            <a:off x="609602" y="1346549"/>
            <a:ext cx="11163868" cy="499715"/>
          </a:xfrm>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
        <p:nvSpPr>
          <p:cNvPr id="16" name="Picture Placeholder 4"/>
          <p:cNvSpPr>
            <a:spLocks noGrp="1" noChangeAspect="1"/>
          </p:cNvSpPr>
          <p:nvPr>
            <p:ph type="pic" sz="quarter" idx="21" hasCustomPrompt="1"/>
          </p:nvPr>
        </p:nvSpPr>
        <p:spPr>
          <a:xfrm>
            <a:off x="6353507" y="1888617"/>
            <a:ext cx="5053832" cy="3744153"/>
          </a:xfrm>
          <a:solidFill>
            <a:schemeClr val="bg1">
              <a:lumMod val="75000"/>
            </a:schemeClr>
          </a:solidFill>
        </p:spPr>
        <p:txBody>
          <a:bodyPr tIns="182880"/>
          <a:lstStyle>
            <a:lvl1pPr marL="0" indent="0" algn="ctr">
              <a:buNone/>
              <a:defRPr baseline="0"/>
            </a:lvl1pPr>
          </a:lstStyle>
          <a:p>
            <a:r>
              <a:rPr lang="en-US" dirty="0"/>
              <a:t>Click icon to insert an image</a:t>
            </a:r>
          </a:p>
        </p:txBody>
      </p:sp>
      <p:sp>
        <p:nvSpPr>
          <p:cNvPr id="17" name="Text Placeholder 5"/>
          <p:cNvSpPr>
            <a:spLocks noGrp="1"/>
          </p:cNvSpPr>
          <p:nvPr>
            <p:ph type="body" sz="quarter" idx="22" hasCustomPrompt="1"/>
          </p:nvPr>
        </p:nvSpPr>
        <p:spPr>
          <a:xfrm>
            <a:off x="6353507" y="5674467"/>
            <a:ext cx="5120640" cy="585031"/>
          </a:xfrm>
        </p:spPr>
        <p:txBody>
          <a:bodyPr bIns="0" anchor="t" anchorCtr="0">
            <a:normAutofit/>
          </a:bodyPr>
          <a:lstStyle>
            <a:lvl1pPr marL="0" marR="0" indent="0" algn="l" defTabSz="609585" rtl="0" eaLnBrk="1" fontAlgn="auto" latinLnBrk="0" hangingPunct="1">
              <a:lnSpc>
                <a:spcPct val="100000"/>
              </a:lnSpc>
              <a:spcBef>
                <a:spcPts val="0"/>
              </a:spcBef>
              <a:spcAft>
                <a:spcPts val="0"/>
              </a:spcAft>
              <a:buClrTx/>
              <a:buSzTx/>
              <a:buFont typeface="Wingdings" pitchFamily="2" charset="2"/>
              <a:buNone/>
              <a:tabLst/>
              <a:defRPr sz="1600" b="0" cap="none" baseline="0"/>
            </a:lvl1pPr>
          </a:lstStyle>
          <a:p>
            <a:r>
              <a:rPr lang="en-US" dirty="0"/>
              <a:t>Image Caption</a:t>
            </a:r>
          </a:p>
          <a:p>
            <a:r>
              <a:rPr lang="en-US" dirty="0"/>
              <a:t>Image Caption </a:t>
            </a:r>
          </a:p>
          <a:p>
            <a:r>
              <a:rPr lang="en-US" dirty="0"/>
              <a:t>Image Caption </a:t>
            </a:r>
          </a:p>
          <a:p>
            <a:r>
              <a:rPr lang="en-US" dirty="0"/>
              <a:t> </a:t>
            </a:r>
          </a:p>
        </p:txBody>
      </p:sp>
      <p:sp>
        <p:nvSpPr>
          <p:cNvPr id="11" name="TextBox 10"/>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Tree>
    <p:extLst>
      <p:ext uri="{BB962C8B-B14F-4D97-AF65-F5344CB8AC3E}">
        <p14:creationId xmlns:p14="http://schemas.microsoft.com/office/powerpoint/2010/main" val="4020503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fld id="{AEFAAC5A-9C4F-4278-920D-DF2BAB595749}" type="slidenum">
              <a:rPr lang="en-US" smtClean="0"/>
              <a:pPr/>
              <a:t>‹#›</a:t>
            </a:fld>
            <a:endParaRPr lang="en-US" dirty="0"/>
          </a:p>
        </p:txBody>
      </p:sp>
      <p:sp>
        <p:nvSpPr>
          <p:cNvPr id="7" name="Text Placeholder 5"/>
          <p:cNvSpPr>
            <a:spLocks noGrp="1"/>
          </p:cNvSpPr>
          <p:nvPr>
            <p:ph type="body" sz="quarter" idx="12" hasCustomPrompt="1"/>
          </p:nvPr>
        </p:nvSpPr>
        <p:spPr>
          <a:xfrm>
            <a:off x="609602" y="1359249"/>
            <a:ext cx="11163868" cy="485427"/>
          </a:xfrm>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
        <p:nvSpPr>
          <p:cNvPr id="4" name="Text Placeholder 3"/>
          <p:cNvSpPr>
            <a:spLocks noGrp="1"/>
          </p:cNvSpPr>
          <p:nvPr>
            <p:ph type="body" sz="quarter" idx="13"/>
          </p:nvPr>
        </p:nvSpPr>
        <p:spPr>
          <a:xfrm>
            <a:off x="661172" y="3806613"/>
            <a:ext cx="3287445" cy="2146611"/>
          </a:xfrm>
        </p:spPr>
        <p:txBody>
          <a:bodyPr/>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defRPr sz="1600"/>
            </a:lvl4pPr>
            <a:lvl5pPr marL="1445648" indent="-228594">
              <a:defRPr sz="1600"/>
            </a:lvl5pPr>
          </a:lstStyle>
          <a:p>
            <a:pPr lvl="0"/>
            <a:r>
              <a:rPr lang="en-US"/>
              <a:t>Click to edit Master text styles</a:t>
            </a:r>
          </a:p>
          <a:p>
            <a:pPr lvl="1"/>
            <a:r>
              <a:rPr lang="en-US"/>
              <a:t>Second level</a:t>
            </a:r>
          </a:p>
          <a:p>
            <a:pPr lvl="2"/>
            <a:r>
              <a:rPr lang="en-US"/>
              <a:t>Third level</a:t>
            </a:r>
          </a:p>
        </p:txBody>
      </p:sp>
      <p:sp>
        <p:nvSpPr>
          <p:cNvPr id="15" name="Text Placeholder 3"/>
          <p:cNvSpPr>
            <a:spLocks noGrp="1"/>
          </p:cNvSpPr>
          <p:nvPr>
            <p:ph type="body" sz="quarter" idx="14"/>
          </p:nvPr>
        </p:nvSpPr>
        <p:spPr>
          <a:xfrm>
            <a:off x="4508115" y="3806613"/>
            <a:ext cx="3287445" cy="2146611"/>
          </a:xfrm>
        </p:spPr>
        <p:txBody>
          <a:bodyPr/>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defRPr sz="1600"/>
            </a:lvl4pPr>
            <a:lvl5pPr marL="1445648" indent="-228594">
              <a:defRPr sz="1600"/>
            </a:lvl5pPr>
          </a:lstStyle>
          <a:p>
            <a:pPr lvl="0"/>
            <a:r>
              <a:rPr lang="en-US"/>
              <a:t>Click to edit Master text styles</a:t>
            </a:r>
          </a:p>
          <a:p>
            <a:pPr lvl="1"/>
            <a:r>
              <a:rPr lang="en-US"/>
              <a:t>Second level</a:t>
            </a:r>
          </a:p>
          <a:p>
            <a:pPr lvl="2"/>
            <a:r>
              <a:rPr lang="en-US"/>
              <a:t>Third level</a:t>
            </a:r>
          </a:p>
        </p:txBody>
      </p:sp>
      <p:sp>
        <p:nvSpPr>
          <p:cNvPr id="9" name="Picture Placeholder 4"/>
          <p:cNvSpPr>
            <a:spLocks noGrp="1" noChangeAspect="1"/>
          </p:cNvSpPr>
          <p:nvPr>
            <p:ph type="pic" sz="quarter" idx="15" hasCustomPrompt="1"/>
          </p:nvPr>
        </p:nvSpPr>
        <p:spPr>
          <a:xfrm>
            <a:off x="670772" y="1887594"/>
            <a:ext cx="3148325" cy="1820577"/>
          </a:xfrm>
          <a:solidFill>
            <a:schemeClr val="bg1">
              <a:lumMod val="75000"/>
            </a:schemeClr>
          </a:solidFill>
        </p:spPr>
        <p:txBody>
          <a:bodyPr tIns="182880"/>
          <a:lstStyle>
            <a:lvl1pPr marL="0" indent="0" algn="ctr">
              <a:buNone/>
              <a:defRPr baseline="0"/>
            </a:lvl1pPr>
          </a:lstStyle>
          <a:p>
            <a:r>
              <a:rPr lang="en-US" dirty="0"/>
              <a:t>Click icon to insert an image</a:t>
            </a:r>
          </a:p>
        </p:txBody>
      </p:sp>
      <p:sp>
        <p:nvSpPr>
          <p:cNvPr id="12" name="Picture Placeholder 4"/>
          <p:cNvSpPr>
            <a:spLocks noGrp="1" noChangeAspect="1"/>
          </p:cNvSpPr>
          <p:nvPr>
            <p:ph type="pic" sz="quarter" idx="16" hasCustomPrompt="1"/>
          </p:nvPr>
        </p:nvSpPr>
        <p:spPr>
          <a:xfrm>
            <a:off x="4517715" y="1887594"/>
            <a:ext cx="3148325" cy="1820577"/>
          </a:xfrm>
          <a:solidFill>
            <a:schemeClr val="bg1">
              <a:lumMod val="75000"/>
            </a:schemeClr>
          </a:solidFill>
        </p:spPr>
        <p:txBody>
          <a:bodyPr tIns="182880"/>
          <a:lstStyle>
            <a:lvl1pPr marL="0" indent="0" algn="ctr">
              <a:buNone/>
              <a:defRPr baseline="0"/>
            </a:lvl1pPr>
          </a:lstStyle>
          <a:p>
            <a:r>
              <a:rPr lang="en-US" dirty="0"/>
              <a:t>Click icon to insert an image</a:t>
            </a:r>
          </a:p>
        </p:txBody>
      </p:sp>
      <p:sp>
        <p:nvSpPr>
          <p:cNvPr id="17" name="Text Placeholder 3"/>
          <p:cNvSpPr>
            <a:spLocks noGrp="1"/>
          </p:cNvSpPr>
          <p:nvPr>
            <p:ph type="body" sz="quarter" idx="19"/>
          </p:nvPr>
        </p:nvSpPr>
        <p:spPr>
          <a:xfrm>
            <a:off x="8348928" y="3809112"/>
            <a:ext cx="3287445" cy="2146611"/>
          </a:xfrm>
        </p:spPr>
        <p:txBody>
          <a:bodyPr/>
          <a:lstStyle>
            <a:lvl1pPr>
              <a:spcBef>
                <a:spcPts val="800"/>
              </a:spcBef>
              <a:defRPr sz="2400"/>
            </a:lvl1pPr>
            <a:lvl2pPr marL="609585" indent="-230712">
              <a:spcBef>
                <a:spcPts val="0"/>
              </a:spcBef>
              <a:defRPr sz="2400"/>
            </a:lvl2pPr>
            <a:lvl3pPr marL="836063" indent="-171446">
              <a:spcBef>
                <a:spcPts val="0"/>
              </a:spcBef>
              <a:defRPr sz="2400"/>
            </a:lvl3pPr>
            <a:lvl4pPr marL="1153555" indent="-228594">
              <a:defRPr sz="1600"/>
            </a:lvl4pPr>
            <a:lvl5pPr marL="1445648" indent="-228594">
              <a:defRPr sz="1600"/>
            </a:lvl5pPr>
          </a:lstStyle>
          <a:p>
            <a:pPr lvl="0"/>
            <a:r>
              <a:rPr lang="en-US"/>
              <a:t>Click to edit Master text styles</a:t>
            </a:r>
          </a:p>
          <a:p>
            <a:pPr lvl="1"/>
            <a:r>
              <a:rPr lang="en-US"/>
              <a:t>Second level</a:t>
            </a:r>
          </a:p>
          <a:p>
            <a:pPr lvl="2"/>
            <a:r>
              <a:rPr lang="en-US"/>
              <a:t>Third level</a:t>
            </a:r>
          </a:p>
        </p:txBody>
      </p:sp>
      <p:sp>
        <p:nvSpPr>
          <p:cNvPr id="18" name="Picture Placeholder 4"/>
          <p:cNvSpPr>
            <a:spLocks noGrp="1" noChangeAspect="1"/>
          </p:cNvSpPr>
          <p:nvPr>
            <p:ph type="pic" sz="quarter" idx="20" hasCustomPrompt="1"/>
          </p:nvPr>
        </p:nvSpPr>
        <p:spPr>
          <a:xfrm>
            <a:off x="8358528" y="1890093"/>
            <a:ext cx="3148325" cy="1820577"/>
          </a:xfrm>
          <a:solidFill>
            <a:schemeClr val="bg1">
              <a:lumMod val="75000"/>
            </a:schemeClr>
          </a:solidFill>
        </p:spPr>
        <p:txBody>
          <a:bodyPr tIns="18288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p:txBody>
          <a:bodyPr/>
          <a:lstStyle>
            <a:lvl1pPr>
              <a:defRPr/>
            </a:lvl1pPr>
          </a:lstStyle>
          <a:p>
            <a:r>
              <a:rPr lang="en-US" dirty="0"/>
              <a:t>THREE IMAGES – HORIZONTAL</a:t>
            </a:r>
            <a:br>
              <a:rPr lang="en-US" dirty="0"/>
            </a:br>
            <a:r>
              <a:rPr lang="en-US" dirty="0"/>
              <a:t>Headline in </a:t>
            </a:r>
            <a:r>
              <a:rPr lang="en-US" dirty="0" err="1"/>
              <a:t>arial</a:t>
            </a:r>
            <a:r>
              <a:rPr lang="en-US" dirty="0"/>
              <a:t> and all caps</a:t>
            </a:r>
          </a:p>
        </p:txBody>
      </p:sp>
      <p:sp>
        <p:nvSpPr>
          <p:cNvPr id="13" name="TextBox 12"/>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Tree>
    <p:extLst>
      <p:ext uri="{BB962C8B-B14F-4D97-AF65-F5344CB8AC3E}">
        <p14:creationId xmlns:p14="http://schemas.microsoft.com/office/powerpoint/2010/main" val="23704669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S/captions/bullets - FOUR Images">
    <p:spTree>
      <p:nvGrpSpPr>
        <p:cNvPr id="1" name=""/>
        <p:cNvGrpSpPr/>
        <p:nvPr/>
      </p:nvGrpSpPr>
      <p:grpSpPr>
        <a:xfrm>
          <a:off x="0" y="0"/>
          <a:ext cx="0" cy="0"/>
          <a:chOff x="0" y="0"/>
          <a:chExt cx="0" cy="0"/>
        </a:xfrm>
      </p:grpSpPr>
      <p:sp>
        <p:nvSpPr>
          <p:cNvPr id="5" name="Picture Placeholder 4"/>
          <p:cNvSpPr>
            <a:spLocks noGrp="1" noChangeAspect="1"/>
          </p:cNvSpPr>
          <p:nvPr>
            <p:ph type="pic" sz="quarter" idx="13" hasCustomPrompt="1"/>
          </p:nvPr>
        </p:nvSpPr>
        <p:spPr>
          <a:xfrm>
            <a:off x="290836" y="1891973"/>
            <a:ext cx="2987040" cy="2238283"/>
          </a:xfrm>
          <a:solidFill>
            <a:schemeClr val="bg1">
              <a:lumMod val="75000"/>
            </a:schemeClr>
          </a:solidFill>
        </p:spPr>
        <p:txBody>
          <a:bodyPr lIns="0" tIns="731520" anchor="t" anchorCtr="0"/>
          <a:lstStyle>
            <a:lvl1pPr marL="0" indent="0" algn="ctr">
              <a:buNone/>
              <a:defRPr baseline="0"/>
            </a:lvl1pPr>
          </a:lstStyle>
          <a:p>
            <a:r>
              <a:rPr lang="en-US" dirty="0"/>
              <a:t>Click icon to insert an image</a:t>
            </a:r>
          </a:p>
        </p:txBody>
      </p:sp>
      <p:sp>
        <p:nvSpPr>
          <p:cNvPr id="9" name="Picture Placeholder 4"/>
          <p:cNvSpPr>
            <a:spLocks noGrp="1" noChangeAspect="1"/>
          </p:cNvSpPr>
          <p:nvPr>
            <p:ph type="pic" sz="quarter" idx="15" hasCustomPrompt="1"/>
          </p:nvPr>
        </p:nvSpPr>
        <p:spPr>
          <a:xfrm>
            <a:off x="3270980" y="1891973"/>
            <a:ext cx="2987040" cy="2238283"/>
          </a:xfrm>
          <a:solidFill>
            <a:schemeClr val="bg1">
              <a:lumMod val="85000"/>
            </a:schemeClr>
          </a:solidFill>
        </p:spPr>
        <p:txBody>
          <a:bodyPr lIns="0" tIns="731520" anchor="t" anchorCtr="0"/>
          <a:lstStyle>
            <a:lvl1pPr marL="0" indent="0" algn="ctr">
              <a:buNone/>
              <a:defRPr baseline="0"/>
            </a:lvl1pPr>
          </a:lstStyle>
          <a:p>
            <a:r>
              <a:rPr lang="en-US" dirty="0"/>
              <a:t>Click icon to insert an image</a:t>
            </a:r>
          </a:p>
        </p:txBody>
      </p:sp>
      <p:sp>
        <p:nvSpPr>
          <p:cNvPr id="10" name="Picture Placeholder 4"/>
          <p:cNvSpPr>
            <a:spLocks noGrp="1" noChangeAspect="1"/>
          </p:cNvSpPr>
          <p:nvPr>
            <p:ph type="pic" sz="quarter" idx="16" hasCustomPrompt="1"/>
          </p:nvPr>
        </p:nvSpPr>
        <p:spPr>
          <a:xfrm>
            <a:off x="6251121" y="1891973"/>
            <a:ext cx="2987040" cy="2238283"/>
          </a:xfrm>
          <a:solidFill>
            <a:schemeClr val="bg1">
              <a:lumMod val="75000"/>
            </a:schemeClr>
          </a:solidFill>
        </p:spPr>
        <p:txBody>
          <a:bodyPr lIns="0" tIns="731520" anchor="t" anchorCtr="0"/>
          <a:lstStyle>
            <a:lvl1pPr marL="0" indent="0" algn="ctr">
              <a:buNone/>
              <a:defRPr baseline="0"/>
            </a:lvl1pPr>
          </a:lstStyle>
          <a:p>
            <a:r>
              <a:rPr lang="en-US" dirty="0"/>
              <a:t>Click icon to insert an image</a:t>
            </a:r>
          </a:p>
        </p:txBody>
      </p:sp>
      <p:sp>
        <p:nvSpPr>
          <p:cNvPr id="11" name="Picture Placeholder 4"/>
          <p:cNvSpPr>
            <a:spLocks noGrp="1" noChangeAspect="1"/>
          </p:cNvSpPr>
          <p:nvPr>
            <p:ph type="pic" sz="quarter" idx="17" hasCustomPrompt="1"/>
          </p:nvPr>
        </p:nvSpPr>
        <p:spPr>
          <a:xfrm>
            <a:off x="9208029" y="1891973"/>
            <a:ext cx="2987040" cy="2238283"/>
          </a:xfrm>
          <a:solidFill>
            <a:schemeClr val="bg1">
              <a:lumMod val="85000"/>
            </a:schemeClr>
          </a:solidFill>
        </p:spPr>
        <p:txBody>
          <a:bodyPr lIns="0" tIns="731520" anchor="t" anchorCtr="0"/>
          <a:lstStyle>
            <a:lvl1pPr marL="0" indent="0" algn="ctr">
              <a:buNone/>
              <a:defRPr baseline="0"/>
            </a:lvl1pPr>
          </a:lstStyle>
          <a:p>
            <a:r>
              <a:rPr lang="en-US" dirty="0"/>
              <a:t>Click icon to insert an image</a:t>
            </a:r>
          </a:p>
        </p:txBody>
      </p:sp>
      <p:sp>
        <p:nvSpPr>
          <p:cNvPr id="8" name="Text Placeholder 7"/>
          <p:cNvSpPr>
            <a:spLocks noGrp="1"/>
          </p:cNvSpPr>
          <p:nvPr>
            <p:ph type="body" sz="quarter" idx="14"/>
          </p:nvPr>
        </p:nvSpPr>
        <p:spPr>
          <a:xfrm>
            <a:off x="626534" y="4896695"/>
            <a:ext cx="11246069" cy="1448440"/>
          </a:xfrm>
          <a:noFill/>
        </p:spPr>
        <p:txBody>
          <a:bodyPr lIns="0" tIns="91440"/>
          <a:lstStyle>
            <a:lvl1pPr>
              <a:defRPr sz="2667">
                <a:solidFill>
                  <a:srgbClr val="000000"/>
                </a:solidFill>
              </a:defRPr>
            </a:lvl1pPr>
            <a:lvl2pPr>
              <a:defRPr sz="2667">
                <a:solidFill>
                  <a:srgbClr val="000000"/>
                </a:solidFill>
              </a:defRPr>
            </a:lvl2pPr>
            <a:lvl3pPr>
              <a:defRPr sz="2667">
                <a:solidFill>
                  <a:srgbClr val="000000"/>
                </a:solidFill>
              </a:defRPr>
            </a:lvl3pPr>
            <a:lvl4pPr>
              <a:defRPr sz="2667">
                <a:solidFill>
                  <a:srgbClr val="000000"/>
                </a:solidFill>
              </a:defRPr>
            </a:lvl4pPr>
            <a:lvl5pPr>
              <a:defRPr sz="2667">
                <a:solidFill>
                  <a:srgbClr val="000000"/>
                </a:solidFill>
              </a:defRPr>
            </a:lvl5pPr>
          </a:lstStyle>
          <a:p>
            <a:pPr lvl="0"/>
            <a:r>
              <a:rPr lang="en-US"/>
              <a:t>Click to edit Master text styles</a:t>
            </a:r>
          </a:p>
          <a:p>
            <a:pPr lvl="1"/>
            <a:r>
              <a:rPr lang="en-US"/>
              <a:t>Second level</a:t>
            </a:r>
          </a:p>
        </p:txBody>
      </p:sp>
      <p:sp>
        <p:nvSpPr>
          <p:cNvPr id="3" name="Title 2"/>
          <p:cNvSpPr>
            <a:spLocks noGrp="1"/>
          </p:cNvSpPr>
          <p:nvPr>
            <p:ph type="title" hasCustomPrompt="1"/>
          </p:nvPr>
        </p:nvSpPr>
        <p:spPr/>
        <p:txBody>
          <a:bodyPr/>
          <a:lstStyle>
            <a:lvl1pPr algn="l" defTabSz="609585" rtl="0" eaLnBrk="1" latinLnBrk="0" hangingPunct="1">
              <a:lnSpc>
                <a:spcPct val="95000"/>
              </a:lnSpc>
              <a:spcBef>
                <a:spcPct val="0"/>
              </a:spcBef>
              <a:buNone/>
              <a:defRPr lang="en-US" sz="3733" b="1" i="0" kern="1200" cap="all" baseline="0" dirty="0">
                <a:solidFill>
                  <a:schemeClr val="tx1">
                    <a:lumMod val="50000"/>
                  </a:schemeClr>
                </a:solidFill>
                <a:latin typeface="+mj-lt"/>
                <a:ea typeface="+mj-ea"/>
                <a:cs typeface="+mj-cs"/>
              </a:defRPr>
            </a:lvl1pPr>
          </a:lstStyle>
          <a:p>
            <a:r>
              <a:rPr lang="en-US" dirty="0"/>
              <a:t>four images, captions and bullets</a:t>
            </a:r>
            <a:br>
              <a:rPr lang="en-US" dirty="0"/>
            </a:br>
            <a:r>
              <a:rPr lang="en-US" dirty="0"/>
              <a:t>Headline is </a:t>
            </a:r>
            <a:r>
              <a:rPr lang="en-US" dirty="0" err="1"/>
              <a:t>arial</a:t>
            </a:r>
            <a:r>
              <a:rPr lang="en-US" dirty="0"/>
              <a:t> in all caps</a:t>
            </a:r>
          </a:p>
        </p:txBody>
      </p:sp>
      <p:sp>
        <p:nvSpPr>
          <p:cNvPr id="4" name="Text Placeholder 3"/>
          <p:cNvSpPr>
            <a:spLocks noGrp="1"/>
          </p:cNvSpPr>
          <p:nvPr>
            <p:ph type="body" sz="quarter" idx="18" hasCustomPrompt="1"/>
          </p:nvPr>
        </p:nvSpPr>
        <p:spPr>
          <a:xfrm>
            <a:off x="290838" y="4169562"/>
            <a:ext cx="2984625" cy="477837"/>
          </a:xfrm>
          <a:noFill/>
        </p:spPr>
        <p:txBody>
          <a:bodyPr lIns="91440" rIns="91440"/>
          <a:lstStyle>
            <a:lvl1pPr marL="0" indent="0">
              <a:lnSpc>
                <a:spcPct val="95000"/>
              </a:lnSpc>
              <a:buNone/>
              <a:defRPr sz="1600" b="0" baseline="0">
                <a:solidFill>
                  <a:srgbClr val="000000"/>
                </a:solidFill>
              </a:defRPr>
            </a:lvl1pPr>
          </a:lstStyle>
          <a:p>
            <a:pPr lvl="0"/>
            <a:r>
              <a:rPr lang="en-US" dirty="0"/>
              <a:t>Image caption Image caption Image caption Image caption Image</a:t>
            </a:r>
          </a:p>
        </p:txBody>
      </p:sp>
      <p:sp>
        <p:nvSpPr>
          <p:cNvPr id="16" name="Text Placeholder 3"/>
          <p:cNvSpPr>
            <a:spLocks noGrp="1"/>
          </p:cNvSpPr>
          <p:nvPr>
            <p:ph type="body" sz="quarter" idx="19" hasCustomPrompt="1"/>
          </p:nvPr>
        </p:nvSpPr>
        <p:spPr>
          <a:xfrm>
            <a:off x="3256794" y="4169562"/>
            <a:ext cx="2984625" cy="477837"/>
          </a:xfrm>
          <a:noFill/>
        </p:spPr>
        <p:txBody>
          <a:bodyPr lIns="91440" rIns="91440"/>
          <a:lstStyle>
            <a:lvl1pPr marL="0" indent="0">
              <a:lnSpc>
                <a:spcPct val="95000"/>
              </a:lnSpc>
              <a:buNone/>
              <a:defRPr sz="1600" b="0">
                <a:solidFill>
                  <a:srgbClr val="000000"/>
                </a:solidFill>
              </a:defRPr>
            </a:lvl1pPr>
          </a:lstStyle>
          <a:p>
            <a:pPr lvl="0"/>
            <a:r>
              <a:rPr lang="en-US" dirty="0"/>
              <a:t>Image caption Image caption Image caption Image caption Image</a:t>
            </a:r>
          </a:p>
        </p:txBody>
      </p:sp>
      <p:sp>
        <p:nvSpPr>
          <p:cNvPr id="17" name="Text Placeholder 3"/>
          <p:cNvSpPr>
            <a:spLocks noGrp="1"/>
          </p:cNvSpPr>
          <p:nvPr>
            <p:ph type="body" sz="quarter" idx="20" hasCustomPrompt="1"/>
          </p:nvPr>
        </p:nvSpPr>
        <p:spPr>
          <a:xfrm>
            <a:off x="6241420" y="4169562"/>
            <a:ext cx="2984625" cy="477837"/>
          </a:xfrm>
          <a:noFill/>
        </p:spPr>
        <p:txBody>
          <a:bodyPr lIns="91440" rIns="91440"/>
          <a:lstStyle>
            <a:lvl1pPr marL="0" indent="0">
              <a:lnSpc>
                <a:spcPct val="95000"/>
              </a:lnSpc>
              <a:buNone/>
              <a:defRPr sz="1600" b="0">
                <a:solidFill>
                  <a:srgbClr val="000000"/>
                </a:solidFill>
              </a:defRPr>
            </a:lvl1pPr>
          </a:lstStyle>
          <a:p>
            <a:pPr lvl="0"/>
            <a:r>
              <a:rPr lang="en-US" dirty="0"/>
              <a:t>Image caption Image caption Image caption Image caption Image</a:t>
            </a:r>
          </a:p>
        </p:txBody>
      </p:sp>
      <p:sp>
        <p:nvSpPr>
          <p:cNvPr id="18" name="Text Placeholder 3"/>
          <p:cNvSpPr>
            <a:spLocks noGrp="1"/>
          </p:cNvSpPr>
          <p:nvPr>
            <p:ph type="body" sz="quarter" idx="21" hasCustomPrompt="1"/>
          </p:nvPr>
        </p:nvSpPr>
        <p:spPr>
          <a:xfrm>
            <a:off x="9207377" y="4169562"/>
            <a:ext cx="2984625" cy="477837"/>
          </a:xfrm>
          <a:noFill/>
        </p:spPr>
        <p:txBody>
          <a:bodyPr lIns="91440" rIns="91440"/>
          <a:lstStyle>
            <a:lvl1pPr marL="0" indent="0">
              <a:lnSpc>
                <a:spcPct val="95000"/>
              </a:lnSpc>
              <a:buNone/>
              <a:defRPr sz="1600" b="0">
                <a:solidFill>
                  <a:srgbClr val="000000"/>
                </a:solidFill>
              </a:defRPr>
            </a:lvl1pPr>
          </a:lstStyle>
          <a:p>
            <a:pPr lvl="0"/>
            <a:r>
              <a:rPr lang="en-US" dirty="0"/>
              <a:t>Image caption Image caption Image caption Image caption Image</a:t>
            </a:r>
          </a:p>
        </p:txBody>
      </p:sp>
      <p:sp>
        <p:nvSpPr>
          <p:cNvPr id="14" name="TextBox 13"/>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
        <p:nvSpPr>
          <p:cNvPr id="7" name="Slide Number Placeholder 6"/>
          <p:cNvSpPr>
            <a:spLocks noGrp="1"/>
          </p:cNvSpPr>
          <p:nvPr>
            <p:ph type="sldNum" sz="quarter" idx="24"/>
          </p:nvPr>
        </p:nvSpPr>
        <p:spPr/>
        <p:txBody>
          <a:bodyPr/>
          <a:lstStyle/>
          <a:p>
            <a:fld id="{AEFAAC5A-9C4F-4278-920D-DF2BAB595749}" type="slidenum">
              <a:rPr lang="en-US" smtClean="0"/>
              <a:pPr/>
              <a:t>‹#›</a:t>
            </a:fld>
            <a:endParaRPr lang="en-US" dirty="0"/>
          </a:p>
        </p:txBody>
      </p:sp>
      <p:sp>
        <p:nvSpPr>
          <p:cNvPr id="19" name="Text Placeholder 5"/>
          <p:cNvSpPr>
            <a:spLocks noGrp="1"/>
          </p:cNvSpPr>
          <p:nvPr>
            <p:ph type="body" sz="quarter" idx="12" hasCustomPrompt="1"/>
          </p:nvPr>
        </p:nvSpPr>
        <p:spPr>
          <a:xfrm>
            <a:off x="609602" y="1359249"/>
            <a:ext cx="11163868" cy="499715"/>
          </a:xfrm>
          <a:ln>
            <a:noFill/>
          </a:ln>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Tree>
    <p:extLst>
      <p:ext uri="{BB962C8B-B14F-4D97-AF65-F5344CB8AC3E}">
        <p14:creationId xmlns:p14="http://schemas.microsoft.com/office/powerpoint/2010/main" val="19131560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S/caption - FOUR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four IMAGES with captions</a:t>
            </a:r>
            <a:br>
              <a:rPr lang="en-US" dirty="0"/>
            </a:br>
            <a:r>
              <a:rPr lang="en-US" dirty="0"/>
              <a:t>Headline in </a:t>
            </a:r>
            <a:r>
              <a:rPr lang="en-US" dirty="0" err="1"/>
              <a:t>arial</a:t>
            </a:r>
            <a:r>
              <a:rPr lang="en-US" dirty="0"/>
              <a:t> and all caps</a:t>
            </a:r>
          </a:p>
        </p:txBody>
      </p:sp>
      <p:sp>
        <p:nvSpPr>
          <p:cNvPr id="3" name="Slide Number Placeholder 2"/>
          <p:cNvSpPr>
            <a:spLocks noGrp="1"/>
          </p:cNvSpPr>
          <p:nvPr>
            <p:ph type="sldNum" sz="quarter" idx="23"/>
          </p:nvPr>
        </p:nvSpPr>
        <p:spPr/>
        <p:txBody>
          <a:bodyPr/>
          <a:lstStyle/>
          <a:p>
            <a:fld id="{AEFAAC5A-9C4F-4278-920D-DF2BAB595749}" type="slidenum">
              <a:rPr lang="en-US" smtClean="0"/>
              <a:pPr/>
              <a:t>‹#›</a:t>
            </a:fld>
            <a:endParaRPr lang="en-US" dirty="0"/>
          </a:p>
        </p:txBody>
      </p:sp>
      <p:sp>
        <p:nvSpPr>
          <p:cNvPr id="17" name="Text Placeholder 5"/>
          <p:cNvSpPr>
            <a:spLocks noGrp="1"/>
          </p:cNvSpPr>
          <p:nvPr>
            <p:ph type="body" sz="quarter" idx="12" hasCustomPrompt="1"/>
          </p:nvPr>
        </p:nvSpPr>
        <p:spPr>
          <a:xfrm>
            <a:off x="609602" y="1359250"/>
            <a:ext cx="11163868" cy="276999"/>
          </a:xfrm>
          <a:ln>
            <a:noFill/>
          </a:ln>
        </p:spPr>
        <p:txBody>
          <a:bodyPr bIns="0">
            <a:norm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
        <p:nvSpPr>
          <p:cNvPr id="14" name="TextBox 13"/>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
        <p:nvSpPr>
          <p:cNvPr id="15" name="Picture Placeholder 4"/>
          <p:cNvSpPr>
            <a:spLocks noGrp="1" noChangeAspect="1"/>
          </p:cNvSpPr>
          <p:nvPr>
            <p:ph type="pic" sz="quarter" idx="15" hasCustomPrompt="1"/>
          </p:nvPr>
        </p:nvSpPr>
        <p:spPr>
          <a:xfrm>
            <a:off x="649916" y="1894418"/>
            <a:ext cx="5053832" cy="1844567"/>
          </a:xfrm>
          <a:solidFill>
            <a:schemeClr val="bg1">
              <a:lumMod val="75000"/>
            </a:schemeClr>
          </a:solidFill>
        </p:spPr>
        <p:txBody>
          <a:bodyPr tIns="182880"/>
          <a:lstStyle>
            <a:lvl1pPr marL="0" indent="0" algn="ctr">
              <a:buNone/>
              <a:defRPr baseline="0"/>
            </a:lvl1pPr>
          </a:lstStyle>
          <a:p>
            <a:r>
              <a:rPr lang="en-US" dirty="0"/>
              <a:t>Click icon to insert an image</a:t>
            </a:r>
          </a:p>
        </p:txBody>
      </p:sp>
      <p:sp>
        <p:nvSpPr>
          <p:cNvPr id="16" name="Text Placeholder 5"/>
          <p:cNvSpPr>
            <a:spLocks noGrp="1"/>
          </p:cNvSpPr>
          <p:nvPr>
            <p:ph type="body" sz="quarter" idx="17" hasCustomPrompt="1"/>
          </p:nvPr>
        </p:nvSpPr>
        <p:spPr>
          <a:xfrm>
            <a:off x="649916" y="3763178"/>
            <a:ext cx="5120640" cy="368183"/>
          </a:xfrm>
          <a:ln>
            <a:noFill/>
          </a:ln>
        </p:spPr>
        <p:txBody>
          <a:bodyPr bIns="0" anchor="t" anchorCtr="0">
            <a:normAutofit/>
          </a:bodyPr>
          <a:lstStyle>
            <a:lvl1pPr marL="0" marR="0" indent="0" algn="l" defTabSz="609585" rtl="0" eaLnBrk="1" fontAlgn="auto" latinLnBrk="0" hangingPunct="1">
              <a:lnSpc>
                <a:spcPct val="100000"/>
              </a:lnSpc>
              <a:spcBef>
                <a:spcPts val="0"/>
              </a:spcBef>
              <a:spcAft>
                <a:spcPts val="0"/>
              </a:spcAft>
              <a:buClrTx/>
              <a:buSzTx/>
              <a:buFont typeface="Wingdings" pitchFamily="2" charset="2"/>
              <a:buNone/>
              <a:tabLst/>
              <a:defRPr sz="1600" b="0" cap="none" baseline="0"/>
            </a:lvl1pPr>
          </a:lstStyle>
          <a:p>
            <a:r>
              <a:rPr lang="en-US" dirty="0"/>
              <a:t>Image Caption</a:t>
            </a:r>
          </a:p>
        </p:txBody>
      </p:sp>
      <p:sp>
        <p:nvSpPr>
          <p:cNvPr id="18" name="Picture Placeholder 4"/>
          <p:cNvSpPr>
            <a:spLocks noGrp="1" noChangeAspect="1"/>
          </p:cNvSpPr>
          <p:nvPr>
            <p:ph type="pic" sz="quarter" idx="25" hasCustomPrompt="1"/>
          </p:nvPr>
        </p:nvSpPr>
        <p:spPr>
          <a:xfrm>
            <a:off x="6549909" y="1894418"/>
            <a:ext cx="5053832" cy="1844567"/>
          </a:xfrm>
          <a:solidFill>
            <a:schemeClr val="bg1">
              <a:lumMod val="75000"/>
            </a:schemeClr>
          </a:solidFill>
        </p:spPr>
        <p:txBody>
          <a:bodyPr tIns="182880"/>
          <a:lstStyle>
            <a:lvl1pPr marL="0" indent="0" algn="ctr">
              <a:buNone/>
              <a:defRPr baseline="0"/>
            </a:lvl1pPr>
          </a:lstStyle>
          <a:p>
            <a:r>
              <a:rPr lang="en-US" dirty="0"/>
              <a:t>Click icon to insert an image</a:t>
            </a:r>
          </a:p>
        </p:txBody>
      </p:sp>
      <p:sp>
        <p:nvSpPr>
          <p:cNvPr id="19" name="Text Placeholder 5"/>
          <p:cNvSpPr>
            <a:spLocks noGrp="1"/>
          </p:cNvSpPr>
          <p:nvPr>
            <p:ph type="body" sz="quarter" idx="26" hasCustomPrompt="1"/>
          </p:nvPr>
        </p:nvSpPr>
        <p:spPr>
          <a:xfrm>
            <a:off x="6549909" y="3763178"/>
            <a:ext cx="5120640" cy="368183"/>
          </a:xfrm>
          <a:ln>
            <a:noFill/>
          </a:ln>
        </p:spPr>
        <p:txBody>
          <a:bodyPr bIns="0" anchor="t" anchorCtr="0">
            <a:normAutofit/>
          </a:bodyPr>
          <a:lstStyle>
            <a:lvl1pPr marL="0" marR="0" indent="0" algn="l" defTabSz="609585" rtl="0" eaLnBrk="1" fontAlgn="auto" latinLnBrk="0" hangingPunct="1">
              <a:lnSpc>
                <a:spcPct val="100000"/>
              </a:lnSpc>
              <a:spcBef>
                <a:spcPts val="0"/>
              </a:spcBef>
              <a:spcAft>
                <a:spcPts val="0"/>
              </a:spcAft>
              <a:buClrTx/>
              <a:buSzTx/>
              <a:buFont typeface="Wingdings" pitchFamily="2" charset="2"/>
              <a:buNone/>
              <a:tabLst/>
              <a:defRPr sz="1600" b="0" cap="none" baseline="0"/>
            </a:lvl1pPr>
          </a:lstStyle>
          <a:p>
            <a:r>
              <a:rPr lang="en-US" dirty="0"/>
              <a:t>Image Caption</a:t>
            </a:r>
          </a:p>
        </p:txBody>
      </p:sp>
      <p:sp>
        <p:nvSpPr>
          <p:cNvPr id="20" name="Picture Placeholder 4"/>
          <p:cNvSpPr>
            <a:spLocks noGrp="1" noChangeAspect="1"/>
          </p:cNvSpPr>
          <p:nvPr>
            <p:ph type="pic" sz="quarter" idx="27" hasCustomPrompt="1"/>
          </p:nvPr>
        </p:nvSpPr>
        <p:spPr>
          <a:xfrm>
            <a:off x="649916" y="4130201"/>
            <a:ext cx="5053832" cy="1844567"/>
          </a:xfrm>
          <a:solidFill>
            <a:schemeClr val="bg1">
              <a:lumMod val="75000"/>
            </a:schemeClr>
          </a:solidFill>
        </p:spPr>
        <p:txBody>
          <a:bodyPr tIns="182880"/>
          <a:lstStyle>
            <a:lvl1pPr marL="0" indent="0" algn="ctr">
              <a:buNone/>
              <a:defRPr baseline="0"/>
            </a:lvl1pPr>
          </a:lstStyle>
          <a:p>
            <a:r>
              <a:rPr lang="en-US" dirty="0"/>
              <a:t>Click icon to insert an image</a:t>
            </a:r>
          </a:p>
        </p:txBody>
      </p:sp>
      <p:sp>
        <p:nvSpPr>
          <p:cNvPr id="23" name="Text Placeholder 5"/>
          <p:cNvSpPr>
            <a:spLocks noGrp="1"/>
          </p:cNvSpPr>
          <p:nvPr>
            <p:ph type="body" sz="quarter" idx="28" hasCustomPrompt="1"/>
          </p:nvPr>
        </p:nvSpPr>
        <p:spPr>
          <a:xfrm>
            <a:off x="649916" y="6003566"/>
            <a:ext cx="5120640" cy="368183"/>
          </a:xfrm>
          <a:ln>
            <a:noFill/>
          </a:ln>
        </p:spPr>
        <p:txBody>
          <a:bodyPr bIns="0" anchor="t" anchorCtr="0">
            <a:normAutofit/>
          </a:bodyPr>
          <a:lstStyle>
            <a:lvl1pPr marL="0" marR="0" indent="0" algn="l" defTabSz="609585" rtl="0" eaLnBrk="1" fontAlgn="auto" latinLnBrk="0" hangingPunct="1">
              <a:lnSpc>
                <a:spcPct val="100000"/>
              </a:lnSpc>
              <a:spcBef>
                <a:spcPts val="0"/>
              </a:spcBef>
              <a:spcAft>
                <a:spcPts val="0"/>
              </a:spcAft>
              <a:buClrTx/>
              <a:buSzTx/>
              <a:buFont typeface="Wingdings" pitchFamily="2" charset="2"/>
              <a:buNone/>
              <a:tabLst/>
              <a:defRPr sz="1600" b="0" cap="none" baseline="0"/>
            </a:lvl1pPr>
          </a:lstStyle>
          <a:p>
            <a:r>
              <a:rPr lang="en-US" dirty="0"/>
              <a:t>Image Caption</a:t>
            </a:r>
          </a:p>
        </p:txBody>
      </p:sp>
      <p:sp>
        <p:nvSpPr>
          <p:cNvPr id="24" name="Picture Placeholder 4"/>
          <p:cNvSpPr>
            <a:spLocks noGrp="1" noChangeAspect="1"/>
          </p:cNvSpPr>
          <p:nvPr>
            <p:ph type="pic" sz="quarter" idx="29" hasCustomPrompt="1"/>
          </p:nvPr>
        </p:nvSpPr>
        <p:spPr>
          <a:xfrm>
            <a:off x="6549909" y="4130201"/>
            <a:ext cx="5053832" cy="1844567"/>
          </a:xfrm>
          <a:solidFill>
            <a:schemeClr val="bg1">
              <a:lumMod val="75000"/>
            </a:schemeClr>
          </a:solidFill>
        </p:spPr>
        <p:txBody>
          <a:bodyPr tIns="182880"/>
          <a:lstStyle>
            <a:lvl1pPr marL="0" indent="0" algn="ctr">
              <a:buNone/>
              <a:defRPr baseline="0"/>
            </a:lvl1pPr>
          </a:lstStyle>
          <a:p>
            <a:r>
              <a:rPr lang="en-US" dirty="0"/>
              <a:t>Click icon to insert an image</a:t>
            </a:r>
          </a:p>
        </p:txBody>
      </p:sp>
      <p:sp>
        <p:nvSpPr>
          <p:cNvPr id="27" name="Text Placeholder 5"/>
          <p:cNvSpPr>
            <a:spLocks noGrp="1"/>
          </p:cNvSpPr>
          <p:nvPr>
            <p:ph type="body" sz="quarter" idx="30" hasCustomPrompt="1"/>
          </p:nvPr>
        </p:nvSpPr>
        <p:spPr>
          <a:xfrm>
            <a:off x="6549909" y="6007357"/>
            <a:ext cx="5120640" cy="368183"/>
          </a:xfrm>
          <a:ln>
            <a:noFill/>
          </a:ln>
        </p:spPr>
        <p:txBody>
          <a:bodyPr bIns="0" anchor="t" anchorCtr="0">
            <a:normAutofit/>
          </a:bodyPr>
          <a:lstStyle>
            <a:lvl1pPr marL="0" marR="0" indent="0" algn="l" defTabSz="609585" rtl="0" eaLnBrk="1" fontAlgn="auto" latinLnBrk="0" hangingPunct="1">
              <a:lnSpc>
                <a:spcPct val="100000"/>
              </a:lnSpc>
              <a:spcBef>
                <a:spcPts val="0"/>
              </a:spcBef>
              <a:spcAft>
                <a:spcPts val="0"/>
              </a:spcAft>
              <a:buClrTx/>
              <a:buSzTx/>
              <a:buFont typeface="Wingdings" pitchFamily="2" charset="2"/>
              <a:buNone/>
              <a:tabLst/>
              <a:defRPr sz="1600" b="0" cap="none" baseline="0"/>
            </a:lvl1pPr>
          </a:lstStyle>
          <a:p>
            <a:r>
              <a:rPr lang="en-US" dirty="0"/>
              <a:t>Image Caption</a:t>
            </a:r>
          </a:p>
        </p:txBody>
      </p:sp>
    </p:spTree>
    <p:extLst>
      <p:ext uri="{BB962C8B-B14F-4D97-AF65-F5344CB8AC3E}">
        <p14:creationId xmlns:p14="http://schemas.microsoft.com/office/powerpoint/2010/main" val="32621830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s, Graphs, Tabl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vl1pPr>
          </a:lstStyle>
          <a:p>
            <a:r>
              <a:rPr lang="en-US" dirty="0"/>
              <a:t>graph, chart or table slide. </a:t>
            </a:r>
            <a:br>
              <a:rPr lang="en-US" dirty="0"/>
            </a:br>
            <a:r>
              <a:rPr lang="en-US" dirty="0"/>
              <a:t>Headline in all caps, Arial Font</a:t>
            </a:r>
          </a:p>
        </p:txBody>
      </p:sp>
      <p:sp>
        <p:nvSpPr>
          <p:cNvPr id="3" name="Content Placeholder 2"/>
          <p:cNvSpPr>
            <a:spLocks noGrp="1"/>
          </p:cNvSpPr>
          <p:nvPr>
            <p:ph idx="1" hasCustomPrompt="1"/>
          </p:nvPr>
        </p:nvSpPr>
        <p:spPr>
          <a:xfrm>
            <a:off x="609602" y="1890105"/>
            <a:ext cx="11163868" cy="4029859"/>
          </a:xfrm>
        </p:spPr>
        <p:txBody>
          <a:bodyPr/>
          <a:lstStyle>
            <a:lvl1pPr>
              <a:defRPr baseline="0"/>
            </a:lvl1pPr>
          </a:lstStyle>
          <a:p>
            <a:pPr lvl="0"/>
            <a:r>
              <a:rPr lang="en-US" dirty="0"/>
              <a:t>Click an icon below to add a chart, graph, or table.</a:t>
            </a:r>
          </a:p>
        </p:txBody>
      </p:sp>
      <p:sp>
        <p:nvSpPr>
          <p:cNvPr id="5" name="Slide Number Placeholder 4"/>
          <p:cNvSpPr>
            <a:spLocks noGrp="1"/>
          </p:cNvSpPr>
          <p:nvPr>
            <p:ph type="sldNum" sz="quarter" idx="10"/>
          </p:nvPr>
        </p:nvSpPr>
        <p:spPr/>
        <p:txBody>
          <a:bodyPr/>
          <a:lstStyle/>
          <a:p>
            <a:fld id="{AEFAAC5A-9C4F-4278-920D-DF2BAB595749}" type="slidenum">
              <a:rPr lang="en-US" smtClean="0"/>
              <a:pPr/>
              <a:t>‹#›</a:t>
            </a:fld>
            <a:endParaRPr lang="en-US" dirty="0"/>
          </a:p>
        </p:txBody>
      </p:sp>
      <p:sp>
        <p:nvSpPr>
          <p:cNvPr id="6" name="Text Placeholder 5"/>
          <p:cNvSpPr>
            <a:spLocks noGrp="1"/>
          </p:cNvSpPr>
          <p:nvPr>
            <p:ph type="body" sz="quarter" idx="12" hasCustomPrompt="1"/>
          </p:nvPr>
        </p:nvSpPr>
        <p:spPr>
          <a:xfrm>
            <a:off x="609602" y="1359249"/>
            <a:ext cx="11163868" cy="499715"/>
          </a:xfrm>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
        <p:nvSpPr>
          <p:cNvPr id="7" name="Text Placeholder 6"/>
          <p:cNvSpPr>
            <a:spLocks noGrp="1"/>
          </p:cNvSpPr>
          <p:nvPr>
            <p:ph type="body" sz="quarter" idx="13" hasCustomPrompt="1"/>
          </p:nvPr>
        </p:nvSpPr>
        <p:spPr>
          <a:xfrm>
            <a:off x="591431" y="5943817"/>
            <a:ext cx="4948052" cy="320995"/>
          </a:xfrm>
        </p:spPr>
        <p:txBody>
          <a:bodyPr bIns="0" anchor="t" anchorCtr="0"/>
          <a:lstStyle>
            <a:lvl1pPr marL="0" indent="0">
              <a:buNone/>
              <a:defRPr sz="1400" baseline="0"/>
            </a:lvl1pPr>
          </a:lstStyle>
          <a:p>
            <a:pPr lvl="0"/>
            <a:r>
              <a:rPr lang="en-US" dirty="0"/>
              <a:t>Source:</a:t>
            </a:r>
          </a:p>
        </p:txBody>
      </p:sp>
    </p:spTree>
    <p:extLst>
      <p:ext uri="{BB962C8B-B14F-4D97-AF65-F5344CB8AC3E}">
        <p14:creationId xmlns:p14="http://schemas.microsoft.com/office/powerpoint/2010/main" val="10611798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pic>
        <p:nvPicPr>
          <p:cNvPr id="6" name="Picture 2" descr="C:\Users\amiesen\Desktop\anlrgbppt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66339" y="6083300"/>
            <a:ext cx="2054459" cy="740115"/>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descr="aerial view of Argonne with APS in front 5730-00068.jpg"/>
          <p:cNvPicPr>
            <a:picLocks noChangeAspect="1"/>
          </p:cNvPicPr>
          <p:nvPr userDrawn="1"/>
        </p:nvPicPr>
        <p:blipFill rotWithShape="1">
          <a:blip r:embed="rId3" cstate="email">
            <a:extLst>
              <a:ext uri="{28A0092B-C50C-407E-A947-70E740481C1C}">
                <a14:useLocalDpi xmlns:a14="http://schemas.microsoft.com/office/drawing/2010/main" val="0"/>
              </a:ext>
            </a:extLst>
          </a:blip>
          <a:srcRect t="10682" b="7135"/>
          <a:stretch/>
        </p:blipFill>
        <p:spPr>
          <a:xfrm>
            <a:off x="0" y="0"/>
            <a:ext cx="12192000" cy="5984917"/>
          </a:xfrm>
          <a:prstGeom prst="rect">
            <a:avLst/>
          </a:prstGeom>
        </p:spPr>
      </p:pic>
      <p:sp>
        <p:nvSpPr>
          <p:cNvPr id="8" name="Text Placeholder 2"/>
          <p:cNvSpPr>
            <a:spLocks noGrp="1"/>
          </p:cNvSpPr>
          <p:nvPr>
            <p:ph type="body" sz="quarter" idx="10" hasCustomPrompt="1"/>
          </p:nvPr>
        </p:nvSpPr>
        <p:spPr>
          <a:xfrm>
            <a:off x="1" y="-14246"/>
            <a:ext cx="12191999" cy="5999163"/>
          </a:xfrm>
          <a:solidFill>
            <a:schemeClr val="accent2">
              <a:alpha val="90000"/>
            </a:schemeClr>
          </a:solidFill>
        </p:spPr>
        <p:txBody>
          <a:bodyPr lIns="457200" tIns="0" bIns="457200" anchor="ctr"/>
          <a:lstStyle>
            <a:lvl1pPr marL="0" indent="0">
              <a:buNone/>
              <a:defRPr sz="3733" b="1" cap="all" baseline="0">
                <a:solidFill>
                  <a:schemeClr val="bg1"/>
                </a:solidFill>
              </a:defRPr>
            </a:lvl1pPr>
          </a:lstStyle>
          <a:p>
            <a:pPr lvl="0"/>
            <a:r>
              <a:rPr lang="en-US" dirty="0"/>
              <a:t>Type in closing statement</a:t>
            </a:r>
          </a:p>
        </p:txBody>
      </p:sp>
      <p:sp>
        <p:nvSpPr>
          <p:cNvPr id="9" name="TextBox 8"/>
          <p:cNvSpPr txBox="1"/>
          <p:nvPr userDrawn="1"/>
        </p:nvSpPr>
        <p:spPr>
          <a:xfrm>
            <a:off x="-1321339" y="-2421176"/>
            <a:ext cx="5042667" cy="2011128"/>
          </a:xfrm>
          <a:prstGeom prst="rect">
            <a:avLst/>
          </a:prstGeom>
          <a:solidFill>
            <a:schemeClr val="bg1">
              <a:lumMod val="50000"/>
            </a:schemeClr>
          </a:solidFill>
        </p:spPr>
        <p:txBody>
          <a:bodyPr wrap="square" rtlCol="0">
            <a:spAutoFit/>
          </a:bodyPr>
          <a:lstStyle/>
          <a:p>
            <a:r>
              <a:rPr lang="en-US" sz="1867" b="1" dirty="0">
                <a:solidFill>
                  <a:schemeClr val="bg1"/>
                </a:solidFill>
              </a:rPr>
              <a:t>Suggested</a:t>
            </a:r>
            <a:r>
              <a:rPr lang="en-US" sz="1867" b="1" baseline="0" dirty="0">
                <a:solidFill>
                  <a:schemeClr val="bg1"/>
                </a:solidFill>
              </a:rPr>
              <a:t> closing statement (optional): </a:t>
            </a:r>
          </a:p>
          <a:p>
            <a:endParaRPr lang="en-US" sz="1867" b="1" baseline="0" dirty="0">
              <a:solidFill>
                <a:schemeClr val="bg1"/>
              </a:solidFill>
            </a:endParaRPr>
          </a:p>
          <a:p>
            <a:pPr lvl="0"/>
            <a:r>
              <a:rPr lang="en-US" sz="1867" b="1" dirty="0">
                <a:solidFill>
                  <a:schemeClr val="bg1"/>
                </a:solidFill>
              </a:rPr>
              <a:t>WE START WITH YES.</a:t>
            </a:r>
          </a:p>
          <a:p>
            <a:pPr lvl="0">
              <a:spcAft>
                <a:spcPts val="1600"/>
              </a:spcAft>
            </a:pPr>
            <a:r>
              <a:rPr lang="en-US" sz="1867" b="1" dirty="0">
                <a:solidFill>
                  <a:schemeClr val="bg1"/>
                </a:solidFill>
              </a:rPr>
              <a:t>AND END WITH THANK YOU.</a:t>
            </a:r>
          </a:p>
          <a:p>
            <a:pPr lvl="0"/>
            <a:r>
              <a:rPr lang="en-US" sz="1867" b="1" dirty="0">
                <a:solidFill>
                  <a:schemeClr val="bg1"/>
                </a:solidFill>
              </a:rPr>
              <a:t>DO YOU HAVE ANY BIG QUESTIONS?</a:t>
            </a:r>
            <a:endParaRPr lang="en-US" sz="1867" dirty="0">
              <a:solidFill>
                <a:schemeClr val="bg1"/>
              </a:solidFill>
            </a:endParaRPr>
          </a:p>
          <a:p>
            <a:endParaRPr lang="en-US" dirty="0">
              <a:solidFill>
                <a:schemeClr val="bg1"/>
              </a:solidFill>
            </a:endParaRPr>
          </a:p>
        </p:txBody>
      </p:sp>
      <p:pic>
        <p:nvPicPr>
          <p:cNvPr id="10" name="Picture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0828" y="6269435"/>
            <a:ext cx="2728491" cy="347016"/>
          </a:xfrm>
          <a:prstGeom prst="rect">
            <a:avLst/>
          </a:prstGeom>
        </p:spPr>
      </p:pic>
    </p:spTree>
    <p:extLst>
      <p:ext uri="{BB962C8B-B14F-4D97-AF65-F5344CB8AC3E}">
        <p14:creationId xmlns:p14="http://schemas.microsoft.com/office/powerpoint/2010/main" val="2095652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Logo slide">
    <p:spTree>
      <p:nvGrpSpPr>
        <p:cNvPr id="1" name=""/>
        <p:cNvGrpSpPr/>
        <p:nvPr/>
      </p:nvGrpSpPr>
      <p:grpSpPr>
        <a:xfrm>
          <a:off x="0" y="0"/>
          <a:ext cx="0" cy="0"/>
          <a:chOff x="0" y="0"/>
          <a:chExt cx="0" cy="0"/>
        </a:xfrm>
      </p:grpSpPr>
      <p:pic>
        <p:nvPicPr>
          <p:cNvPr id="6" name="Picture 2" descr="C:\Users\amiesen\Desktop\anlrgbppt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66339" y="6083300"/>
            <a:ext cx="2054459" cy="740115"/>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descr="aerial view of Argonne with APS in front 5730-00068.jpg"/>
          <p:cNvPicPr>
            <a:picLocks noChangeAspect="1"/>
          </p:cNvPicPr>
          <p:nvPr userDrawn="1"/>
        </p:nvPicPr>
        <p:blipFill rotWithShape="1">
          <a:blip r:embed="rId3" cstate="email">
            <a:extLst>
              <a:ext uri="{28A0092B-C50C-407E-A947-70E740481C1C}">
                <a14:useLocalDpi xmlns:a14="http://schemas.microsoft.com/office/drawing/2010/main" val="0"/>
              </a:ext>
            </a:extLst>
          </a:blip>
          <a:srcRect t="10153" r="4959" b="345"/>
          <a:stretch/>
        </p:blipFill>
        <p:spPr>
          <a:xfrm>
            <a:off x="0" y="0"/>
            <a:ext cx="12192000" cy="6858000"/>
          </a:xfrm>
          <a:prstGeom prst="rect">
            <a:avLst/>
          </a:prstGeom>
        </p:spPr>
      </p:pic>
      <p:pic>
        <p:nvPicPr>
          <p:cNvPr id="10" name="Picture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0828" y="6269435"/>
            <a:ext cx="2728491" cy="347016"/>
          </a:xfrm>
          <a:prstGeom prst="rect">
            <a:avLst/>
          </a:prstGeom>
        </p:spPr>
      </p:pic>
      <p:sp>
        <p:nvSpPr>
          <p:cNvPr id="2" name="Rectangle 1"/>
          <p:cNvSpPr/>
          <p:nvPr userDrawn="1"/>
        </p:nvSpPr>
        <p:spPr>
          <a:xfrm>
            <a:off x="0" y="0"/>
            <a:ext cx="12192000" cy="6858000"/>
          </a:xfrm>
          <a:prstGeom prst="rect">
            <a:avLst/>
          </a:prstGeom>
          <a:solidFill>
            <a:schemeClr val="accent2">
              <a:alpha val="90000"/>
            </a:schemeClr>
          </a:solidFill>
        </p:spPr>
        <p:txBody>
          <a:bodyPr vert="horz" lIns="609600" tIns="0" rIns="0" bIns="609600" rtlCol="0" anchor="ctr">
            <a:noAutofit/>
          </a:bodyPr>
          <a:lstStyle/>
          <a:p>
            <a:pPr lvl="0" indent="0" defTabSz="609585">
              <a:spcBef>
                <a:spcPts val="800"/>
              </a:spcBef>
              <a:spcAft>
                <a:spcPts val="0"/>
              </a:spcAft>
              <a:buFont typeface="Wingdings" pitchFamily="2" charset="2"/>
              <a:buNone/>
            </a:pPr>
            <a:endParaRPr lang="en-US" sz="3733" b="1" cap="all" baseline="0">
              <a:solidFill>
                <a:schemeClr val="bg1"/>
              </a:solidFill>
            </a:endParaRPr>
          </a:p>
        </p:txBody>
      </p:sp>
      <p:grpSp>
        <p:nvGrpSpPr>
          <p:cNvPr id="11" name="Group 6"/>
          <p:cNvGrpSpPr>
            <a:grpSpLocks noChangeAspect="1"/>
          </p:cNvGrpSpPr>
          <p:nvPr userDrawn="1"/>
        </p:nvGrpSpPr>
        <p:grpSpPr bwMode="auto">
          <a:xfrm>
            <a:off x="1962149" y="1595967"/>
            <a:ext cx="8276168" cy="3238500"/>
            <a:chOff x="4398" y="-378"/>
            <a:chExt cx="1104" cy="432"/>
          </a:xfrm>
        </p:grpSpPr>
        <p:sp>
          <p:nvSpPr>
            <p:cNvPr id="12" name="Rectangle 7"/>
            <p:cNvSpPr>
              <a:spLocks noChangeArrowheads="1"/>
            </p:cNvSpPr>
            <p:nvPr/>
          </p:nvSpPr>
          <p:spPr bwMode="auto">
            <a:xfrm>
              <a:off x="4398" y="-378"/>
              <a:ext cx="1104" cy="432"/>
            </a:xfrm>
            <a:prstGeom prst="rect">
              <a:avLst/>
            </a:prstGeom>
            <a:noFill/>
            <a:ln w="0">
              <a:noFill/>
              <a:prstDash val="solid"/>
              <a:miter lim="800000"/>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p:nvSpPr>
          <p:spPr bwMode="auto">
            <a:xfrm>
              <a:off x="5198" y="-264"/>
              <a:ext cx="194" cy="168"/>
            </a:xfrm>
            <a:custGeom>
              <a:avLst/>
              <a:gdLst>
                <a:gd name="T0" fmla="*/ 405 w 580"/>
                <a:gd name="T1" fmla="*/ 360 h 502"/>
                <a:gd name="T2" fmla="*/ 441 w 580"/>
                <a:gd name="T3" fmla="*/ 422 h 502"/>
                <a:gd name="T4" fmla="*/ 473 w 580"/>
                <a:gd name="T5" fmla="*/ 478 h 502"/>
                <a:gd name="T6" fmla="*/ 485 w 580"/>
                <a:gd name="T7" fmla="*/ 478 h 502"/>
                <a:gd name="T8" fmla="*/ 518 w 580"/>
                <a:gd name="T9" fmla="*/ 422 h 502"/>
                <a:gd name="T10" fmla="*/ 554 w 580"/>
                <a:gd name="T11" fmla="*/ 360 h 502"/>
                <a:gd name="T12" fmla="*/ 392 w 580"/>
                <a:gd name="T13" fmla="*/ 338 h 502"/>
                <a:gd name="T14" fmla="*/ 186 w 580"/>
                <a:gd name="T15" fmla="*/ 357 h 502"/>
                <a:gd name="T16" fmla="*/ 153 w 580"/>
                <a:gd name="T17" fmla="*/ 415 h 502"/>
                <a:gd name="T18" fmla="*/ 119 w 580"/>
                <a:gd name="T19" fmla="*/ 473 h 502"/>
                <a:gd name="T20" fmla="*/ 471 w 580"/>
                <a:gd name="T21" fmla="*/ 493 h 502"/>
                <a:gd name="T22" fmla="*/ 452 w 580"/>
                <a:gd name="T23" fmla="*/ 461 h 502"/>
                <a:gd name="T24" fmla="*/ 416 w 580"/>
                <a:gd name="T25" fmla="*/ 399 h 502"/>
                <a:gd name="T26" fmla="*/ 387 w 580"/>
                <a:gd name="T27" fmla="*/ 347 h 502"/>
                <a:gd name="T28" fmla="*/ 13 w 580"/>
                <a:gd name="T29" fmla="*/ 338 h 502"/>
                <a:gd name="T30" fmla="*/ 33 w 580"/>
                <a:gd name="T31" fmla="*/ 373 h 502"/>
                <a:gd name="T32" fmla="*/ 71 w 580"/>
                <a:gd name="T33" fmla="*/ 438 h 502"/>
                <a:gd name="T34" fmla="*/ 98 w 580"/>
                <a:gd name="T35" fmla="*/ 485 h 502"/>
                <a:gd name="T36" fmla="*/ 112 w 580"/>
                <a:gd name="T37" fmla="*/ 467 h 502"/>
                <a:gd name="T38" fmla="*/ 148 w 580"/>
                <a:gd name="T39" fmla="*/ 405 h 502"/>
                <a:gd name="T40" fmla="*/ 180 w 580"/>
                <a:gd name="T41" fmla="*/ 349 h 502"/>
                <a:gd name="T42" fmla="*/ 290 w 580"/>
                <a:gd name="T43" fmla="*/ 178 h 502"/>
                <a:gd name="T44" fmla="*/ 270 w 580"/>
                <a:gd name="T45" fmla="*/ 213 h 502"/>
                <a:gd name="T46" fmla="*/ 232 w 580"/>
                <a:gd name="T47" fmla="*/ 278 h 502"/>
                <a:gd name="T48" fmla="*/ 204 w 580"/>
                <a:gd name="T49" fmla="*/ 326 h 502"/>
                <a:gd name="T50" fmla="*/ 370 w 580"/>
                <a:gd name="T51" fmla="*/ 319 h 502"/>
                <a:gd name="T52" fmla="*/ 338 w 580"/>
                <a:gd name="T53" fmla="*/ 262 h 502"/>
                <a:gd name="T54" fmla="*/ 302 w 580"/>
                <a:gd name="T55" fmla="*/ 200 h 502"/>
                <a:gd name="T56" fmla="*/ 384 w 580"/>
                <a:gd name="T57" fmla="*/ 14 h 502"/>
                <a:gd name="T58" fmla="*/ 366 w 580"/>
                <a:gd name="T59" fmla="*/ 47 h 502"/>
                <a:gd name="T60" fmla="*/ 330 w 580"/>
                <a:gd name="T61" fmla="*/ 109 h 502"/>
                <a:gd name="T62" fmla="*/ 300 w 580"/>
                <a:gd name="T63" fmla="*/ 160 h 502"/>
                <a:gd name="T64" fmla="*/ 301 w 580"/>
                <a:gd name="T65" fmla="*/ 178 h 502"/>
                <a:gd name="T66" fmla="*/ 331 w 580"/>
                <a:gd name="T67" fmla="*/ 232 h 502"/>
                <a:gd name="T68" fmla="*/ 369 w 580"/>
                <a:gd name="T69" fmla="*/ 296 h 502"/>
                <a:gd name="T70" fmla="*/ 387 w 580"/>
                <a:gd name="T71" fmla="*/ 329 h 502"/>
                <a:gd name="T72" fmla="*/ 554 w 580"/>
                <a:gd name="T73" fmla="*/ 307 h 502"/>
                <a:gd name="T74" fmla="*/ 510 w 580"/>
                <a:gd name="T75" fmla="*/ 231 h 502"/>
                <a:gd name="T76" fmla="*/ 454 w 580"/>
                <a:gd name="T77" fmla="*/ 135 h 502"/>
                <a:gd name="T78" fmla="*/ 406 w 580"/>
                <a:gd name="T79" fmla="*/ 52 h 502"/>
                <a:gd name="T80" fmla="*/ 384 w 580"/>
                <a:gd name="T81" fmla="*/ 14 h 502"/>
                <a:gd name="T82" fmla="*/ 182 w 580"/>
                <a:gd name="T83" fmla="*/ 36 h 502"/>
                <a:gd name="T84" fmla="*/ 138 w 580"/>
                <a:gd name="T85" fmla="*/ 112 h 502"/>
                <a:gd name="T86" fmla="*/ 83 w 580"/>
                <a:gd name="T87" fmla="*/ 208 h 502"/>
                <a:gd name="T88" fmla="*/ 35 w 580"/>
                <a:gd name="T89" fmla="*/ 291 h 502"/>
                <a:gd name="T90" fmla="*/ 13 w 580"/>
                <a:gd name="T91" fmla="*/ 329 h 502"/>
                <a:gd name="T92" fmla="*/ 203 w 580"/>
                <a:gd name="T93" fmla="*/ 310 h 502"/>
                <a:gd name="T94" fmla="*/ 239 w 580"/>
                <a:gd name="T95" fmla="*/ 249 h 502"/>
                <a:gd name="T96" fmla="*/ 273 w 580"/>
                <a:gd name="T97" fmla="*/ 188 h 502"/>
                <a:gd name="T98" fmla="*/ 283 w 580"/>
                <a:gd name="T99" fmla="*/ 167 h 502"/>
                <a:gd name="T100" fmla="*/ 259 w 580"/>
                <a:gd name="T101" fmla="*/ 124 h 502"/>
                <a:gd name="T102" fmla="*/ 222 w 580"/>
                <a:gd name="T103" fmla="*/ 61 h 502"/>
                <a:gd name="T104" fmla="*/ 196 w 580"/>
                <a:gd name="T105" fmla="*/ 17 h 502"/>
                <a:gd name="T106" fmla="*/ 209 w 580"/>
                <a:gd name="T107" fmla="*/ 20 h 502"/>
                <a:gd name="T108" fmla="*/ 242 w 580"/>
                <a:gd name="T109" fmla="*/ 77 h 502"/>
                <a:gd name="T110" fmla="*/ 277 w 580"/>
                <a:gd name="T111" fmla="*/ 138 h 502"/>
                <a:gd name="T112" fmla="*/ 292 w 580"/>
                <a:gd name="T113" fmla="*/ 157 h 502"/>
                <a:gd name="T114" fmla="*/ 319 w 580"/>
                <a:gd name="T115" fmla="*/ 110 h 502"/>
                <a:gd name="T116" fmla="*/ 356 w 580"/>
                <a:gd name="T117" fmla="*/ 44 h 502"/>
                <a:gd name="T118" fmla="*/ 376 w 580"/>
                <a:gd name="T119" fmla="*/ 9 h 502"/>
                <a:gd name="T120" fmla="*/ 580 w 580"/>
                <a:gd name="T121" fmla="*/ 334 h 502"/>
                <a:gd name="T122" fmla="*/ 192 w 580"/>
                <a:gd name="T123" fmla="*/ 0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80" h="502">
                  <a:moveTo>
                    <a:pt x="392" y="338"/>
                  </a:moveTo>
                  <a:lnTo>
                    <a:pt x="394" y="342"/>
                  </a:lnTo>
                  <a:lnTo>
                    <a:pt x="399" y="349"/>
                  </a:lnTo>
                  <a:lnTo>
                    <a:pt x="405" y="360"/>
                  </a:lnTo>
                  <a:lnTo>
                    <a:pt x="413" y="373"/>
                  </a:lnTo>
                  <a:lnTo>
                    <a:pt x="421" y="389"/>
                  </a:lnTo>
                  <a:lnTo>
                    <a:pt x="431" y="405"/>
                  </a:lnTo>
                  <a:lnTo>
                    <a:pt x="441" y="422"/>
                  </a:lnTo>
                  <a:lnTo>
                    <a:pt x="450" y="438"/>
                  </a:lnTo>
                  <a:lnTo>
                    <a:pt x="459" y="453"/>
                  </a:lnTo>
                  <a:lnTo>
                    <a:pt x="467" y="467"/>
                  </a:lnTo>
                  <a:lnTo>
                    <a:pt x="473" y="478"/>
                  </a:lnTo>
                  <a:lnTo>
                    <a:pt x="477" y="485"/>
                  </a:lnTo>
                  <a:lnTo>
                    <a:pt x="479" y="488"/>
                  </a:lnTo>
                  <a:lnTo>
                    <a:pt x="481" y="485"/>
                  </a:lnTo>
                  <a:lnTo>
                    <a:pt x="485" y="478"/>
                  </a:lnTo>
                  <a:lnTo>
                    <a:pt x="491" y="467"/>
                  </a:lnTo>
                  <a:lnTo>
                    <a:pt x="500" y="453"/>
                  </a:lnTo>
                  <a:lnTo>
                    <a:pt x="509" y="438"/>
                  </a:lnTo>
                  <a:lnTo>
                    <a:pt x="518" y="422"/>
                  </a:lnTo>
                  <a:lnTo>
                    <a:pt x="528" y="405"/>
                  </a:lnTo>
                  <a:lnTo>
                    <a:pt x="538" y="389"/>
                  </a:lnTo>
                  <a:lnTo>
                    <a:pt x="546" y="373"/>
                  </a:lnTo>
                  <a:lnTo>
                    <a:pt x="554" y="360"/>
                  </a:lnTo>
                  <a:lnTo>
                    <a:pt x="560" y="349"/>
                  </a:lnTo>
                  <a:lnTo>
                    <a:pt x="565" y="342"/>
                  </a:lnTo>
                  <a:lnTo>
                    <a:pt x="567" y="338"/>
                  </a:lnTo>
                  <a:lnTo>
                    <a:pt x="392" y="338"/>
                  </a:lnTo>
                  <a:close/>
                  <a:moveTo>
                    <a:pt x="197" y="338"/>
                  </a:moveTo>
                  <a:lnTo>
                    <a:pt x="196" y="341"/>
                  </a:lnTo>
                  <a:lnTo>
                    <a:pt x="192" y="347"/>
                  </a:lnTo>
                  <a:lnTo>
                    <a:pt x="186" y="357"/>
                  </a:lnTo>
                  <a:lnTo>
                    <a:pt x="179" y="369"/>
                  </a:lnTo>
                  <a:lnTo>
                    <a:pt x="171" y="383"/>
                  </a:lnTo>
                  <a:lnTo>
                    <a:pt x="162" y="399"/>
                  </a:lnTo>
                  <a:lnTo>
                    <a:pt x="153" y="415"/>
                  </a:lnTo>
                  <a:lnTo>
                    <a:pt x="144" y="431"/>
                  </a:lnTo>
                  <a:lnTo>
                    <a:pt x="135" y="446"/>
                  </a:lnTo>
                  <a:lnTo>
                    <a:pt x="126" y="461"/>
                  </a:lnTo>
                  <a:lnTo>
                    <a:pt x="119" y="473"/>
                  </a:lnTo>
                  <a:lnTo>
                    <a:pt x="114" y="483"/>
                  </a:lnTo>
                  <a:lnTo>
                    <a:pt x="110" y="490"/>
                  </a:lnTo>
                  <a:lnTo>
                    <a:pt x="108" y="493"/>
                  </a:lnTo>
                  <a:lnTo>
                    <a:pt x="471" y="493"/>
                  </a:lnTo>
                  <a:lnTo>
                    <a:pt x="469" y="490"/>
                  </a:lnTo>
                  <a:lnTo>
                    <a:pt x="465" y="483"/>
                  </a:lnTo>
                  <a:lnTo>
                    <a:pt x="460" y="473"/>
                  </a:lnTo>
                  <a:lnTo>
                    <a:pt x="452" y="461"/>
                  </a:lnTo>
                  <a:lnTo>
                    <a:pt x="444" y="446"/>
                  </a:lnTo>
                  <a:lnTo>
                    <a:pt x="435" y="431"/>
                  </a:lnTo>
                  <a:lnTo>
                    <a:pt x="426" y="415"/>
                  </a:lnTo>
                  <a:lnTo>
                    <a:pt x="416" y="399"/>
                  </a:lnTo>
                  <a:lnTo>
                    <a:pt x="408" y="383"/>
                  </a:lnTo>
                  <a:lnTo>
                    <a:pt x="399" y="369"/>
                  </a:lnTo>
                  <a:lnTo>
                    <a:pt x="392" y="357"/>
                  </a:lnTo>
                  <a:lnTo>
                    <a:pt x="387" y="347"/>
                  </a:lnTo>
                  <a:lnTo>
                    <a:pt x="383" y="341"/>
                  </a:lnTo>
                  <a:lnTo>
                    <a:pt x="382" y="338"/>
                  </a:lnTo>
                  <a:lnTo>
                    <a:pt x="197" y="338"/>
                  </a:lnTo>
                  <a:close/>
                  <a:moveTo>
                    <a:pt x="13" y="338"/>
                  </a:moveTo>
                  <a:lnTo>
                    <a:pt x="15" y="342"/>
                  </a:lnTo>
                  <a:lnTo>
                    <a:pt x="19" y="349"/>
                  </a:lnTo>
                  <a:lnTo>
                    <a:pt x="25" y="359"/>
                  </a:lnTo>
                  <a:lnTo>
                    <a:pt x="33" y="373"/>
                  </a:lnTo>
                  <a:lnTo>
                    <a:pt x="42" y="388"/>
                  </a:lnTo>
                  <a:lnTo>
                    <a:pt x="51" y="405"/>
                  </a:lnTo>
                  <a:lnTo>
                    <a:pt x="61" y="421"/>
                  </a:lnTo>
                  <a:lnTo>
                    <a:pt x="71" y="438"/>
                  </a:lnTo>
                  <a:lnTo>
                    <a:pt x="80" y="453"/>
                  </a:lnTo>
                  <a:lnTo>
                    <a:pt x="87" y="467"/>
                  </a:lnTo>
                  <a:lnTo>
                    <a:pt x="94" y="478"/>
                  </a:lnTo>
                  <a:lnTo>
                    <a:pt x="98" y="485"/>
                  </a:lnTo>
                  <a:lnTo>
                    <a:pt x="100" y="488"/>
                  </a:lnTo>
                  <a:lnTo>
                    <a:pt x="102" y="485"/>
                  </a:lnTo>
                  <a:lnTo>
                    <a:pt x="106" y="478"/>
                  </a:lnTo>
                  <a:lnTo>
                    <a:pt x="112" y="467"/>
                  </a:lnTo>
                  <a:lnTo>
                    <a:pt x="120" y="453"/>
                  </a:lnTo>
                  <a:lnTo>
                    <a:pt x="129" y="438"/>
                  </a:lnTo>
                  <a:lnTo>
                    <a:pt x="138" y="422"/>
                  </a:lnTo>
                  <a:lnTo>
                    <a:pt x="148" y="405"/>
                  </a:lnTo>
                  <a:lnTo>
                    <a:pt x="157" y="389"/>
                  </a:lnTo>
                  <a:lnTo>
                    <a:pt x="166" y="373"/>
                  </a:lnTo>
                  <a:lnTo>
                    <a:pt x="174" y="360"/>
                  </a:lnTo>
                  <a:lnTo>
                    <a:pt x="180" y="349"/>
                  </a:lnTo>
                  <a:lnTo>
                    <a:pt x="184" y="342"/>
                  </a:lnTo>
                  <a:lnTo>
                    <a:pt x="186" y="338"/>
                  </a:lnTo>
                  <a:lnTo>
                    <a:pt x="13" y="338"/>
                  </a:lnTo>
                  <a:close/>
                  <a:moveTo>
                    <a:pt x="290" y="178"/>
                  </a:moveTo>
                  <a:lnTo>
                    <a:pt x="288" y="182"/>
                  </a:lnTo>
                  <a:lnTo>
                    <a:pt x="284" y="189"/>
                  </a:lnTo>
                  <a:lnTo>
                    <a:pt x="277" y="200"/>
                  </a:lnTo>
                  <a:lnTo>
                    <a:pt x="270" y="213"/>
                  </a:lnTo>
                  <a:lnTo>
                    <a:pt x="261" y="229"/>
                  </a:lnTo>
                  <a:lnTo>
                    <a:pt x="251" y="245"/>
                  </a:lnTo>
                  <a:lnTo>
                    <a:pt x="242" y="262"/>
                  </a:lnTo>
                  <a:lnTo>
                    <a:pt x="232" y="278"/>
                  </a:lnTo>
                  <a:lnTo>
                    <a:pt x="224" y="293"/>
                  </a:lnTo>
                  <a:lnTo>
                    <a:pt x="215" y="308"/>
                  </a:lnTo>
                  <a:lnTo>
                    <a:pt x="209" y="319"/>
                  </a:lnTo>
                  <a:lnTo>
                    <a:pt x="204" y="326"/>
                  </a:lnTo>
                  <a:lnTo>
                    <a:pt x="202" y="329"/>
                  </a:lnTo>
                  <a:lnTo>
                    <a:pt x="376" y="329"/>
                  </a:lnTo>
                  <a:lnTo>
                    <a:pt x="375" y="326"/>
                  </a:lnTo>
                  <a:lnTo>
                    <a:pt x="370" y="319"/>
                  </a:lnTo>
                  <a:lnTo>
                    <a:pt x="364" y="308"/>
                  </a:lnTo>
                  <a:lnTo>
                    <a:pt x="356" y="293"/>
                  </a:lnTo>
                  <a:lnTo>
                    <a:pt x="347" y="278"/>
                  </a:lnTo>
                  <a:lnTo>
                    <a:pt x="338" y="262"/>
                  </a:lnTo>
                  <a:lnTo>
                    <a:pt x="328" y="245"/>
                  </a:lnTo>
                  <a:lnTo>
                    <a:pt x="319" y="229"/>
                  </a:lnTo>
                  <a:lnTo>
                    <a:pt x="310" y="213"/>
                  </a:lnTo>
                  <a:lnTo>
                    <a:pt x="302" y="200"/>
                  </a:lnTo>
                  <a:lnTo>
                    <a:pt x="296" y="189"/>
                  </a:lnTo>
                  <a:lnTo>
                    <a:pt x="292" y="182"/>
                  </a:lnTo>
                  <a:lnTo>
                    <a:pt x="290" y="178"/>
                  </a:lnTo>
                  <a:close/>
                  <a:moveTo>
                    <a:pt x="384" y="14"/>
                  </a:moveTo>
                  <a:lnTo>
                    <a:pt x="383" y="17"/>
                  </a:lnTo>
                  <a:lnTo>
                    <a:pt x="379" y="23"/>
                  </a:lnTo>
                  <a:lnTo>
                    <a:pt x="373" y="33"/>
                  </a:lnTo>
                  <a:lnTo>
                    <a:pt x="366" y="47"/>
                  </a:lnTo>
                  <a:lnTo>
                    <a:pt x="358" y="61"/>
                  </a:lnTo>
                  <a:lnTo>
                    <a:pt x="349" y="77"/>
                  </a:lnTo>
                  <a:lnTo>
                    <a:pt x="339" y="93"/>
                  </a:lnTo>
                  <a:lnTo>
                    <a:pt x="330" y="109"/>
                  </a:lnTo>
                  <a:lnTo>
                    <a:pt x="321" y="124"/>
                  </a:lnTo>
                  <a:lnTo>
                    <a:pt x="313" y="139"/>
                  </a:lnTo>
                  <a:lnTo>
                    <a:pt x="306" y="151"/>
                  </a:lnTo>
                  <a:lnTo>
                    <a:pt x="300" y="160"/>
                  </a:lnTo>
                  <a:lnTo>
                    <a:pt x="297" y="167"/>
                  </a:lnTo>
                  <a:lnTo>
                    <a:pt x="295" y="169"/>
                  </a:lnTo>
                  <a:lnTo>
                    <a:pt x="297" y="172"/>
                  </a:lnTo>
                  <a:lnTo>
                    <a:pt x="301" y="178"/>
                  </a:lnTo>
                  <a:lnTo>
                    <a:pt x="306" y="188"/>
                  </a:lnTo>
                  <a:lnTo>
                    <a:pt x="314" y="201"/>
                  </a:lnTo>
                  <a:lnTo>
                    <a:pt x="322" y="216"/>
                  </a:lnTo>
                  <a:lnTo>
                    <a:pt x="331" y="232"/>
                  </a:lnTo>
                  <a:lnTo>
                    <a:pt x="341" y="249"/>
                  </a:lnTo>
                  <a:lnTo>
                    <a:pt x="351" y="265"/>
                  </a:lnTo>
                  <a:lnTo>
                    <a:pt x="360" y="282"/>
                  </a:lnTo>
                  <a:lnTo>
                    <a:pt x="369" y="296"/>
                  </a:lnTo>
                  <a:lnTo>
                    <a:pt x="376" y="310"/>
                  </a:lnTo>
                  <a:lnTo>
                    <a:pt x="382" y="320"/>
                  </a:lnTo>
                  <a:lnTo>
                    <a:pt x="386" y="327"/>
                  </a:lnTo>
                  <a:lnTo>
                    <a:pt x="387" y="329"/>
                  </a:lnTo>
                  <a:lnTo>
                    <a:pt x="567" y="329"/>
                  </a:lnTo>
                  <a:lnTo>
                    <a:pt x="565" y="326"/>
                  </a:lnTo>
                  <a:lnTo>
                    <a:pt x="560" y="319"/>
                  </a:lnTo>
                  <a:lnTo>
                    <a:pt x="554" y="307"/>
                  </a:lnTo>
                  <a:lnTo>
                    <a:pt x="545" y="291"/>
                  </a:lnTo>
                  <a:lnTo>
                    <a:pt x="535" y="273"/>
                  </a:lnTo>
                  <a:lnTo>
                    <a:pt x="523" y="253"/>
                  </a:lnTo>
                  <a:lnTo>
                    <a:pt x="510" y="231"/>
                  </a:lnTo>
                  <a:lnTo>
                    <a:pt x="496" y="208"/>
                  </a:lnTo>
                  <a:lnTo>
                    <a:pt x="482" y="184"/>
                  </a:lnTo>
                  <a:lnTo>
                    <a:pt x="468" y="159"/>
                  </a:lnTo>
                  <a:lnTo>
                    <a:pt x="454" y="135"/>
                  </a:lnTo>
                  <a:lnTo>
                    <a:pt x="441" y="112"/>
                  </a:lnTo>
                  <a:lnTo>
                    <a:pt x="428" y="90"/>
                  </a:lnTo>
                  <a:lnTo>
                    <a:pt x="416" y="70"/>
                  </a:lnTo>
                  <a:lnTo>
                    <a:pt x="406" y="52"/>
                  </a:lnTo>
                  <a:lnTo>
                    <a:pt x="397" y="36"/>
                  </a:lnTo>
                  <a:lnTo>
                    <a:pt x="391" y="24"/>
                  </a:lnTo>
                  <a:lnTo>
                    <a:pt x="386" y="17"/>
                  </a:lnTo>
                  <a:lnTo>
                    <a:pt x="384" y="14"/>
                  </a:lnTo>
                  <a:close/>
                  <a:moveTo>
                    <a:pt x="194" y="14"/>
                  </a:moveTo>
                  <a:lnTo>
                    <a:pt x="193" y="17"/>
                  </a:lnTo>
                  <a:lnTo>
                    <a:pt x="188" y="24"/>
                  </a:lnTo>
                  <a:lnTo>
                    <a:pt x="182" y="36"/>
                  </a:lnTo>
                  <a:lnTo>
                    <a:pt x="173" y="52"/>
                  </a:lnTo>
                  <a:lnTo>
                    <a:pt x="163" y="70"/>
                  </a:lnTo>
                  <a:lnTo>
                    <a:pt x="151" y="90"/>
                  </a:lnTo>
                  <a:lnTo>
                    <a:pt x="138" y="112"/>
                  </a:lnTo>
                  <a:lnTo>
                    <a:pt x="125" y="135"/>
                  </a:lnTo>
                  <a:lnTo>
                    <a:pt x="111" y="159"/>
                  </a:lnTo>
                  <a:lnTo>
                    <a:pt x="97" y="184"/>
                  </a:lnTo>
                  <a:lnTo>
                    <a:pt x="83" y="208"/>
                  </a:lnTo>
                  <a:lnTo>
                    <a:pt x="69" y="231"/>
                  </a:lnTo>
                  <a:lnTo>
                    <a:pt x="57" y="253"/>
                  </a:lnTo>
                  <a:lnTo>
                    <a:pt x="45" y="273"/>
                  </a:lnTo>
                  <a:lnTo>
                    <a:pt x="35" y="291"/>
                  </a:lnTo>
                  <a:lnTo>
                    <a:pt x="26" y="307"/>
                  </a:lnTo>
                  <a:lnTo>
                    <a:pt x="19" y="319"/>
                  </a:lnTo>
                  <a:lnTo>
                    <a:pt x="15" y="326"/>
                  </a:lnTo>
                  <a:lnTo>
                    <a:pt x="13" y="329"/>
                  </a:lnTo>
                  <a:lnTo>
                    <a:pt x="192" y="329"/>
                  </a:lnTo>
                  <a:lnTo>
                    <a:pt x="193" y="327"/>
                  </a:lnTo>
                  <a:lnTo>
                    <a:pt x="197" y="320"/>
                  </a:lnTo>
                  <a:lnTo>
                    <a:pt x="203" y="310"/>
                  </a:lnTo>
                  <a:lnTo>
                    <a:pt x="210" y="296"/>
                  </a:lnTo>
                  <a:lnTo>
                    <a:pt x="219" y="282"/>
                  </a:lnTo>
                  <a:lnTo>
                    <a:pt x="229" y="265"/>
                  </a:lnTo>
                  <a:lnTo>
                    <a:pt x="239" y="249"/>
                  </a:lnTo>
                  <a:lnTo>
                    <a:pt x="248" y="232"/>
                  </a:lnTo>
                  <a:lnTo>
                    <a:pt x="258" y="216"/>
                  </a:lnTo>
                  <a:lnTo>
                    <a:pt x="266" y="201"/>
                  </a:lnTo>
                  <a:lnTo>
                    <a:pt x="273" y="188"/>
                  </a:lnTo>
                  <a:lnTo>
                    <a:pt x="279" y="178"/>
                  </a:lnTo>
                  <a:lnTo>
                    <a:pt x="283" y="172"/>
                  </a:lnTo>
                  <a:lnTo>
                    <a:pt x="285" y="169"/>
                  </a:lnTo>
                  <a:lnTo>
                    <a:pt x="283" y="167"/>
                  </a:lnTo>
                  <a:lnTo>
                    <a:pt x="280" y="160"/>
                  </a:lnTo>
                  <a:lnTo>
                    <a:pt x="274" y="151"/>
                  </a:lnTo>
                  <a:lnTo>
                    <a:pt x="267" y="139"/>
                  </a:lnTo>
                  <a:lnTo>
                    <a:pt x="259" y="124"/>
                  </a:lnTo>
                  <a:lnTo>
                    <a:pt x="250" y="109"/>
                  </a:lnTo>
                  <a:lnTo>
                    <a:pt x="241" y="93"/>
                  </a:lnTo>
                  <a:lnTo>
                    <a:pt x="231" y="77"/>
                  </a:lnTo>
                  <a:lnTo>
                    <a:pt x="222" y="61"/>
                  </a:lnTo>
                  <a:lnTo>
                    <a:pt x="213" y="47"/>
                  </a:lnTo>
                  <a:lnTo>
                    <a:pt x="206" y="33"/>
                  </a:lnTo>
                  <a:lnTo>
                    <a:pt x="200" y="23"/>
                  </a:lnTo>
                  <a:lnTo>
                    <a:pt x="196" y="17"/>
                  </a:lnTo>
                  <a:lnTo>
                    <a:pt x="194" y="14"/>
                  </a:lnTo>
                  <a:close/>
                  <a:moveTo>
                    <a:pt x="202" y="9"/>
                  </a:moveTo>
                  <a:lnTo>
                    <a:pt x="204" y="12"/>
                  </a:lnTo>
                  <a:lnTo>
                    <a:pt x="209" y="20"/>
                  </a:lnTo>
                  <a:lnTo>
                    <a:pt x="215" y="30"/>
                  </a:lnTo>
                  <a:lnTo>
                    <a:pt x="224" y="44"/>
                  </a:lnTo>
                  <a:lnTo>
                    <a:pt x="232" y="60"/>
                  </a:lnTo>
                  <a:lnTo>
                    <a:pt x="242" y="77"/>
                  </a:lnTo>
                  <a:lnTo>
                    <a:pt x="251" y="93"/>
                  </a:lnTo>
                  <a:lnTo>
                    <a:pt x="261" y="110"/>
                  </a:lnTo>
                  <a:lnTo>
                    <a:pt x="270" y="125"/>
                  </a:lnTo>
                  <a:lnTo>
                    <a:pt x="277" y="138"/>
                  </a:lnTo>
                  <a:lnTo>
                    <a:pt x="284" y="149"/>
                  </a:lnTo>
                  <a:lnTo>
                    <a:pt x="288" y="157"/>
                  </a:lnTo>
                  <a:lnTo>
                    <a:pt x="290" y="160"/>
                  </a:lnTo>
                  <a:lnTo>
                    <a:pt x="292" y="157"/>
                  </a:lnTo>
                  <a:lnTo>
                    <a:pt x="296" y="149"/>
                  </a:lnTo>
                  <a:lnTo>
                    <a:pt x="302" y="138"/>
                  </a:lnTo>
                  <a:lnTo>
                    <a:pt x="310" y="125"/>
                  </a:lnTo>
                  <a:lnTo>
                    <a:pt x="319" y="110"/>
                  </a:lnTo>
                  <a:lnTo>
                    <a:pt x="328" y="93"/>
                  </a:lnTo>
                  <a:lnTo>
                    <a:pt x="338" y="77"/>
                  </a:lnTo>
                  <a:lnTo>
                    <a:pt x="347" y="60"/>
                  </a:lnTo>
                  <a:lnTo>
                    <a:pt x="356" y="44"/>
                  </a:lnTo>
                  <a:lnTo>
                    <a:pt x="364" y="30"/>
                  </a:lnTo>
                  <a:lnTo>
                    <a:pt x="370" y="20"/>
                  </a:lnTo>
                  <a:lnTo>
                    <a:pt x="375" y="12"/>
                  </a:lnTo>
                  <a:lnTo>
                    <a:pt x="376" y="9"/>
                  </a:lnTo>
                  <a:lnTo>
                    <a:pt x="202" y="9"/>
                  </a:lnTo>
                  <a:close/>
                  <a:moveTo>
                    <a:pt x="192" y="0"/>
                  </a:moveTo>
                  <a:lnTo>
                    <a:pt x="387" y="0"/>
                  </a:lnTo>
                  <a:lnTo>
                    <a:pt x="580" y="334"/>
                  </a:lnTo>
                  <a:lnTo>
                    <a:pt x="482" y="502"/>
                  </a:lnTo>
                  <a:lnTo>
                    <a:pt x="97" y="502"/>
                  </a:lnTo>
                  <a:lnTo>
                    <a:pt x="0" y="334"/>
                  </a:lnTo>
                  <a:lnTo>
                    <a:pt x="19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p:nvSpPr>
          <p:spPr bwMode="auto">
            <a:xfrm>
              <a:off x="4791" y="-60"/>
              <a:ext cx="28" cy="34"/>
            </a:xfrm>
            <a:custGeom>
              <a:avLst/>
              <a:gdLst>
                <a:gd name="T0" fmla="*/ 0 w 84"/>
                <a:gd name="T1" fmla="*/ 0 h 101"/>
                <a:gd name="T2" fmla="*/ 25 w 84"/>
                <a:gd name="T3" fmla="*/ 0 h 101"/>
                <a:gd name="T4" fmla="*/ 53 w 84"/>
                <a:gd name="T5" fmla="*/ 48 h 101"/>
                <a:gd name="T6" fmla="*/ 66 w 84"/>
                <a:gd name="T7" fmla="*/ 72 h 101"/>
                <a:gd name="T8" fmla="*/ 66 w 84"/>
                <a:gd name="T9" fmla="*/ 60 h 101"/>
                <a:gd name="T10" fmla="*/ 65 w 84"/>
                <a:gd name="T11" fmla="*/ 45 h 101"/>
                <a:gd name="T12" fmla="*/ 65 w 84"/>
                <a:gd name="T13" fmla="*/ 32 h 101"/>
                <a:gd name="T14" fmla="*/ 65 w 84"/>
                <a:gd name="T15" fmla="*/ 0 h 101"/>
                <a:gd name="T16" fmla="*/ 84 w 84"/>
                <a:gd name="T17" fmla="*/ 0 h 101"/>
                <a:gd name="T18" fmla="*/ 84 w 84"/>
                <a:gd name="T19" fmla="*/ 101 h 101"/>
                <a:gd name="T20" fmla="*/ 58 w 84"/>
                <a:gd name="T21" fmla="*/ 101 h 101"/>
                <a:gd name="T22" fmla="*/ 29 w 84"/>
                <a:gd name="T23" fmla="*/ 50 h 101"/>
                <a:gd name="T24" fmla="*/ 23 w 84"/>
                <a:gd name="T25" fmla="*/ 39 h 101"/>
                <a:gd name="T26" fmla="*/ 18 w 84"/>
                <a:gd name="T27" fmla="*/ 28 h 101"/>
                <a:gd name="T28" fmla="*/ 18 w 84"/>
                <a:gd name="T29" fmla="*/ 39 h 101"/>
                <a:gd name="T30" fmla="*/ 19 w 84"/>
                <a:gd name="T31" fmla="*/ 52 h 101"/>
                <a:gd name="T32" fmla="*/ 19 w 84"/>
                <a:gd name="T33" fmla="*/ 65 h 101"/>
                <a:gd name="T34" fmla="*/ 19 w 84"/>
                <a:gd name="T35" fmla="*/ 101 h 101"/>
                <a:gd name="T36" fmla="*/ 0 w 84"/>
                <a:gd name="T37" fmla="*/ 101 h 101"/>
                <a:gd name="T38" fmla="*/ 0 w 84"/>
                <a:gd name="T39"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4" h="101">
                  <a:moveTo>
                    <a:pt x="0" y="0"/>
                  </a:moveTo>
                  <a:lnTo>
                    <a:pt x="25" y="0"/>
                  </a:lnTo>
                  <a:lnTo>
                    <a:pt x="53" y="48"/>
                  </a:lnTo>
                  <a:lnTo>
                    <a:pt x="66" y="72"/>
                  </a:lnTo>
                  <a:lnTo>
                    <a:pt x="66" y="60"/>
                  </a:lnTo>
                  <a:lnTo>
                    <a:pt x="65" y="45"/>
                  </a:lnTo>
                  <a:lnTo>
                    <a:pt x="65" y="32"/>
                  </a:lnTo>
                  <a:lnTo>
                    <a:pt x="65" y="0"/>
                  </a:lnTo>
                  <a:lnTo>
                    <a:pt x="84" y="0"/>
                  </a:lnTo>
                  <a:lnTo>
                    <a:pt x="84" y="101"/>
                  </a:lnTo>
                  <a:lnTo>
                    <a:pt x="58" y="101"/>
                  </a:lnTo>
                  <a:lnTo>
                    <a:pt x="29" y="50"/>
                  </a:lnTo>
                  <a:lnTo>
                    <a:pt x="23" y="39"/>
                  </a:lnTo>
                  <a:lnTo>
                    <a:pt x="18" y="28"/>
                  </a:lnTo>
                  <a:lnTo>
                    <a:pt x="18" y="39"/>
                  </a:lnTo>
                  <a:lnTo>
                    <a:pt x="19" y="52"/>
                  </a:lnTo>
                  <a:lnTo>
                    <a:pt x="19" y="65"/>
                  </a:lnTo>
                  <a:lnTo>
                    <a:pt x="19" y="101"/>
                  </a:lnTo>
                  <a:lnTo>
                    <a:pt x="0" y="101"/>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noEditPoints="1"/>
            </p:cNvSpPr>
            <p:nvPr/>
          </p:nvSpPr>
          <p:spPr bwMode="auto">
            <a:xfrm>
              <a:off x="4826" y="-60"/>
              <a:ext cx="31" cy="34"/>
            </a:xfrm>
            <a:custGeom>
              <a:avLst/>
              <a:gdLst>
                <a:gd name="T0" fmla="*/ 45 w 92"/>
                <a:gd name="T1" fmla="*/ 22 h 101"/>
                <a:gd name="T2" fmla="*/ 40 w 92"/>
                <a:gd name="T3" fmla="*/ 39 h 101"/>
                <a:gd name="T4" fmla="*/ 31 w 92"/>
                <a:gd name="T5" fmla="*/ 65 h 101"/>
                <a:gd name="T6" fmla="*/ 59 w 92"/>
                <a:gd name="T7" fmla="*/ 65 h 101"/>
                <a:gd name="T8" fmla="*/ 49 w 92"/>
                <a:gd name="T9" fmla="*/ 39 h 101"/>
                <a:gd name="T10" fmla="*/ 45 w 92"/>
                <a:gd name="T11" fmla="*/ 22 h 101"/>
                <a:gd name="T12" fmla="*/ 45 w 92"/>
                <a:gd name="T13" fmla="*/ 22 h 101"/>
                <a:gd name="T14" fmla="*/ 35 w 92"/>
                <a:gd name="T15" fmla="*/ 0 h 101"/>
                <a:gd name="T16" fmla="*/ 56 w 92"/>
                <a:gd name="T17" fmla="*/ 0 h 101"/>
                <a:gd name="T18" fmla="*/ 92 w 92"/>
                <a:gd name="T19" fmla="*/ 101 h 101"/>
                <a:gd name="T20" fmla="*/ 71 w 92"/>
                <a:gd name="T21" fmla="*/ 101 h 101"/>
                <a:gd name="T22" fmla="*/ 64 w 92"/>
                <a:gd name="T23" fmla="*/ 80 h 101"/>
                <a:gd name="T24" fmla="*/ 26 w 92"/>
                <a:gd name="T25" fmla="*/ 80 h 101"/>
                <a:gd name="T26" fmla="*/ 19 w 92"/>
                <a:gd name="T27" fmla="*/ 101 h 101"/>
                <a:gd name="T28" fmla="*/ 0 w 92"/>
                <a:gd name="T29" fmla="*/ 101 h 101"/>
                <a:gd name="T30" fmla="*/ 35 w 92"/>
                <a:gd name="T31"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2" h="101">
                  <a:moveTo>
                    <a:pt x="45" y="22"/>
                  </a:moveTo>
                  <a:lnTo>
                    <a:pt x="40" y="39"/>
                  </a:lnTo>
                  <a:lnTo>
                    <a:pt x="31" y="65"/>
                  </a:lnTo>
                  <a:lnTo>
                    <a:pt x="59" y="65"/>
                  </a:lnTo>
                  <a:lnTo>
                    <a:pt x="49" y="39"/>
                  </a:lnTo>
                  <a:lnTo>
                    <a:pt x="45" y="22"/>
                  </a:lnTo>
                  <a:lnTo>
                    <a:pt x="45" y="22"/>
                  </a:lnTo>
                  <a:close/>
                  <a:moveTo>
                    <a:pt x="35" y="0"/>
                  </a:moveTo>
                  <a:lnTo>
                    <a:pt x="56" y="0"/>
                  </a:lnTo>
                  <a:lnTo>
                    <a:pt x="92" y="101"/>
                  </a:lnTo>
                  <a:lnTo>
                    <a:pt x="71" y="101"/>
                  </a:lnTo>
                  <a:lnTo>
                    <a:pt x="64" y="80"/>
                  </a:lnTo>
                  <a:lnTo>
                    <a:pt x="26" y="80"/>
                  </a:lnTo>
                  <a:lnTo>
                    <a:pt x="19" y="101"/>
                  </a:lnTo>
                  <a:lnTo>
                    <a:pt x="0" y="101"/>
                  </a:lnTo>
                  <a:lnTo>
                    <a:pt x="3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p:nvSpPr>
          <p:spPr bwMode="auto">
            <a:xfrm>
              <a:off x="4859" y="-60"/>
              <a:ext cx="24" cy="34"/>
            </a:xfrm>
            <a:custGeom>
              <a:avLst/>
              <a:gdLst>
                <a:gd name="T0" fmla="*/ 0 w 71"/>
                <a:gd name="T1" fmla="*/ 0 h 101"/>
                <a:gd name="T2" fmla="*/ 71 w 71"/>
                <a:gd name="T3" fmla="*/ 0 h 101"/>
                <a:gd name="T4" fmla="*/ 71 w 71"/>
                <a:gd name="T5" fmla="*/ 17 h 101"/>
                <a:gd name="T6" fmla="*/ 46 w 71"/>
                <a:gd name="T7" fmla="*/ 17 h 101"/>
                <a:gd name="T8" fmla="*/ 46 w 71"/>
                <a:gd name="T9" fmla="*/ 101 h 101"/>
                <a:gd name="T10" fmla="*/ 26 w 71"/>
                <a:gd name="T11" fmla="*/ 101 h 101"/>
                <a:gd name="T12" fmla="*/ 26 w 71"/>
                <a:gd name="T13" fmla="*/ 17 h 101"/>
                <a:gd name="T14" fmla="*/ 0 w 71"/>
                <a:gd name="T15" fmla="*/ 17 h 101"/>
                <a:gd name="T16" fmla="*/ 0 w 71"/>
                <a:gd name="T1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101">
                  <a:moveTo>
                    <a:pt x="0" y="0"/>
                  </a:moveTo>
                  <a:lnTo>
                    <a:pt x="71" y="0"/>
                  </a:lnTo>
                  <a:lnTo>
                    <a:pt x="71" y="17"/>
                  </a:lnTo>
                  <a:lnTo>
                    <a:pt x="46" y="17"/>
                  </a:lnTo>
                  <a:lnTo>
                    <a:pt x="46" y="101"/>
                  </a:lnTo>
                  <a:lnTo>
                    <a:pt x="26" y="101"/>
                  </a:lnTo>
                  <a:lnTo>
                    <a:pt x="26" y="17"/>
                  </a:lnTo>
                  <a:lnTo>
                    <a:pt x="0" y="17"/>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Rectangle 16"/>
            <p:cNvSpPr>
              <a:spLocks noChangeArrowheads="1"/>
            </p:cNvSpPr>
            <p:nvPr/>
          </p:nvSpPr>
          <p:spPr bwMode="auto">
            <a:xfrm>
              <a:off x="4890" y="-60"/>
              <a:ext cx="7" cy="34"/>
            </a:xfrm>
            <a:prstGeom prst="rect">
              <a:avLst/>
            </a:prstGeom>
            <a:solidFill>
              <a:srgbClr val="FFFF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7"/>
            <p:cNvSpPr>
              <a:spLocks noEditPoints="1"/>
            </p:cNvSpPr>
            <p:nvPr/>
          </p:nvSpPr>
          <p:spPr bwMode="auto">
            <a:xfrm>
              <a:off x="4905" y="-60"/>
              <a:ext cx="31" cy="34"/>
            </a:xfrm>
            <a:custGeom>
              <a:avLst/>
              <a:gdLst>
                <a:gd name="T0" fmla="*/ 47 w 94"/>
                <a:gd name="T1" fmla="*/ 17 h 104"/>
                <a:gd name="T2" fmla="*/ 39 w 94"/>
                <a:gd name="T3" fmla="*/ 18 h 104"/>
                <a:gd name="T4" fmla="*/ 32 w 94"/>
                <a:gd name="T5" fmla="*/ 22 h 104"/>
                <a:gd name="T6" fmla="*/ 26 w 94"/>
                <a:gd name="T7" fmla="*/ 29 h 104"/>
                <a:gd name="T8" fmla="*/ 22 w 94"/>
                <a:gd name="T9" fmla="*/ 39 h 104"/>
                <a:gd name="T10" fmla="*/ 21 w 94"/>
                <a:gd name="T11" fmla="*/ 51 h 104"/>
                <a:gd name="T12" fmla="*/ 22 w 94"/>
                <a:gd name="T13" fmla="*/ 63 h 104"/>
                <a:gd name="T14" fmla="*/ 25 w 94"/>
                <a:gd name="T15" fmla="*/ 72 h 104"/>
                <a:gd name="T16" fmla="*/ 30 w 94"/>
                <a:gd name="T17" fmla="*/ 80 h 104"/>
                <a:gd name="T18" fmla="*/ 37 w 94"/>
                <a:gd name="T19" fmla="*/ 84 h 104"/>
                <a:gd name="T20" fmla="*/ 47 w 94"/>
                <a:gd name="T21" fmla="*/ 86 h 104"/>
                <a:gd name="T22" fmla="*/ 55 w 94"/>
                <a:gd name="T23" fmla="*/ 85 h 104"/>
                <a:gd name="T24" fmla="*/ 62 w 94"/>
                <a:gd name="T25" fmla="*/ 81 h 104"/>
                <a:gd name="T26" fmla="*/ 68 w 94"/>
                <a:gd name="T27" fmla="*/ 74 h 104"/>
                <a:gd name="T28" fmla="*/ 72 w 94"/>
                <a:gd name="T29" fmla="*/ 65 h 104"/>
                <a:gd name="T30" fmla="*/ 74 w 94"/>
                <a:gd name="T31" fmla="*/ 52 h 104"/>
                <a:gd name="T32" fmla="*/ 72 w 94"/>
                <a:gd name="T33" fmla="*/ 37 h 104"/>
                <a:gd name="T34" fmla="*/ 67 w 94"/>
                <a:gd name="T35" fmla="*/ 26 h 104"/>
                <a:gd name="T36" fmla="*/ 59 w 94"/>
                <a:gd name="T37" fmla="*/ 19 h 104"/>
                <a:gd name="T38" fmla="*/ 47 w 94"/>
                <a:gd name="T39" fmla="*/ 17 h 104"/>
                <a:gd name="T40" fmla="*/ 49 w 94"/>
                <a:gd name="T41" fmla="*/ 0 h 104"/>
                <a:gd name="T42" fmla="*/ 62 w 94"/>
                <a:gd name="T43" fmla="*/ 1 h 104"/>
                <a:gd name="T44" fmla="*/ 73 w 94"/>
                <a:gd name="T45" fmla="*/ 5 h 104"/>
                <a:gd name="T46" fmla="*/ 82 w 94"/>
                <a:gd name="T47" fmla="*/ 12 h 104"/>
                <a:gd name="T48" fmla="*/ 89 w 94"/>
                <a:gd name="T49" fmla="*/ 22 h 104"/>
                <a:gd name="T50" fmla="*/ 93 w 94"/>
                <a:gd name="T51" fmla="*/ 34 h 104"/>
                <a:gd name="T52" fmla="*/ 94 w 94"/>
                <a:gd name="T53" fmla="*/ 50 h 104"/>
                <a:gd name="T54" fmla="*/ 93 w 94"/>
                <a:gd name="T55" fmla="*/ 66 h 104"/>
                <a:gd name="T56" fmla="*/ 88 w 94"/>
                <a:gd name="T57" fmla="*/ 79 h 104"/>
                <a:gd name="T58" fmla="*/ 80 w 94"/>
                <a:gd name="T59" fmla="*/ 89 h 104"/>
                <a:gd name="T60" fmla="*/ 70 w 94"/>
                <a:gd name="T61" fmla="*/ 97 h 104"/>
                <a:gd name="T62" fmla="*/ 59 w 94"/>
                <a:gd name="T63" fmla="*/ 102 h 104"/>
                <a:gd name="T64" fmla="*/ 46 w 94"/>
                <a:gd name="T65" fmla="*/ 104 h 104"/>
                <a:gd name="T66" fmla="*/ 32 w 94"/>
                <a:gd name="T67" fmla="*/ 102 h 104"/>
                <a:gd name="T68" fmla="*/ 20 w 94"/>
                <a:gd name="T69" fmla="*/ 97 h 104"/>
                <a:gd name="T70" fmla="*/ 11 w 94"/>
                <a:gd name="T71" fmla="*/ 90 h 104"/>
                <a:gd name="T72" fmla="*/ 5 w 94"/>
                <a:gd name="T73" fmla="*/ 80 h 104"/>
                <a:gd name="T74" fmla="*/ 1 w 94"/>
                <a:gd name="T75" fmla="*/ 67 h 104"/>
                <a:gd name="T76" fmla="*/ 0 w 94"/>
                <a:gd name="T77" fmla="*/ 53 h 104"/>
                <a:gd name="T78" fmla="*/ 2 w 94"/>
                <a:gd name="T79" fmla="*/ 37 h 104"/>
                <a:gd name="T80" fmla="*/ 7 w 94"/>
                <a:gd name="T81" fmla="*/ 24 h 104"/>
                <a:gd name="T82" fmla="*/ 15 w 94"/>
                <a:gd name="T83" fmla="*/ 14 h 104"/>
                <a:gd name="T84" fmla="*/ 24 w 94"/>
                <a:gd name="T85" fmla="*/ 6 h 104"/>
                <a:gd name="T86" fmla="*/ 36 w 94"/>
                <a:gd name="T87" fmla="*/ 1 h 104"/>
                <a:gd name="T88" fmla="*/ 49 w 94"/>
                <a:gd name="T89"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4" h="104">
                  <a:moveTo>
                    <a:pt x="47" y="17"/>
                  </a:moveTo>
                  <a:lnTo>
                    <a:pt x="39" y="18"/>
                  </a:lnTo>
                  <a:lnTo>
                    <a:pt x="32" y="22"/>
                  </a:lnTo>
                  <a:lnTo>
                    <a:pt x="26" y="29"/>
                  </a:lnTo>
                  <a:lnTo>
                    <a:pt x="22" y="39"/>
                  </a:lnTo>
                  <a:lnTo>
                    <a:pt x="21" y="51"/>
                  </a:lnTo>
                  <a:lnTo>
                    <a:pt x="22" y="63"/>
                  </a:lnTo>
                  <a:lnTo>
                    <a:pt x="25" y="72"/>
                  </a:lnTo>
                  <a:lnTo>
                    <a:pt x="30" y="80"/>
                  </a:lnTo>
                  <a:lnTo>
                    <a:pt x="37" y="84"/>
                  </a:lnTo>
                  <a:lnTo>
                    <a:pt x="47" y="86"/>
                  </a:lnTo>
                  <a:lnTo>
                    <a:pt x="55" y="85"/>
                  </a:lnTo>
                  <a:lnTo>
                    <a:pt x="62" y="81"/>
                  </a:lnTo>
                  <a:lnTo>
                    <a:pt x="68" y="74"/>
                  </a:lnTo>
                  <a:lnTo>
                    <a:pt x="72" y="65"/>
                  </a:lnTo>
                  <a:lnTo>
                    <a:pt x="74" y="52"/>
                  </a:lnTo>
                  <a:lnTo>
                    <a:pt x="72" y="37"/>
                  </a:lnTo>
                  <a:lnTo>
                    <a:pt x="67" y="26"/>
                  </a:lnTo>
                  <a:lnTo>
                    <a:pt x="59" y="19"/>
                  </a:lnTo>
                  <a:lnTo>
                    <a:pt x="47" y="17"/>
                  </a:lnTo>
                  <a:close/>
                  <a:moveTo>
                    <a:pt x="49" y="0"/>
                  </a:moveTo>
                  <a:lnTo>
                    <a:pt x="62" y="1"/>
                  </a:lnTo>
                  <a:lnTo>
                    <a:pt x="73" y="5"/>
                  </a:lnTo>
                  <a:lnTo>
                    <a:pt x="82" y="12"/>
                  </a:lnTo>
                  <a:lnTo>
                    <a:pt x="89" y="22"/>
                  </a:lnTo>
                  <a:lnTo>
                    <a:pt x="93" y="34"/>
                  </a:lnTo>
                  <a:lnTo>
                    <a:pt x="94" y="50"/>
                  </a:lnTo>
                  <a:lnTo>
                    <a:pt x="93" y="66"/>
                  </a:lnTo>
                  <a:lnTo>
                    <a:pt x="88" y="79"/>
                  </a:lnTo>
                  <a:lnTo>
                    <a:pt x="80" y="89"/>
                  </a:lnTo>
                  <a:lnTo>
                    <a:pt x="70" y="97"/>
                  </a:lnTo>
                  <a:lnTo>
                    <a:pt x="59" y="102"/>
                  </a:lnTo>
                  <a:lnTo>
                    <a:pt x="46" y="104"/>
                  </a:lnTo>
                  <a:lnTo>
                    <a:pt x="32" y="102"/>
                  </a:lnTo>
                  <a:lnTo>
                    <a:pt x="20" y="97"/>
                  </a:lnTo>
                  <a:lnTo>
                    <a:pt x="11" y="90"/>
                  </a:lnTo>
                  <a:lnTo>
                    <a:pt x="5" y="80"/>
                  </a:lnTo>
                  <a:lnTo>
                    <a:pt x="1" y="67"/>
                  </a:lnTo>
                  <a:lnTo>
                    <a:pt x="0" y="53"/>
                  </a:lnTo>
                  <a:lnTo>
                    <a:pt x="2" y="37"/>
                  </a:lnTo>
                  <a:lnTo>
                    <a:pt x="7" y="24"/>
                  </a:lnTo>
                  <a:lnTo>
                    <a:pt x="15" y="14"/>
                  </a:lnTo>
                  <a:lnTo>
                    <a:pt x="24" y="6"/>
                  </a:lnTo>
                  <a:lnTo>
                    <a:pt x="36" y="1"/>
                  </a:lnTo>
                  <a:lnTo>
                    <a:pt x="49"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8"/>
            <p:cNvSpPr>
              <a:spLocks/>
            </p:cNvSpPr>
            <p:nvPr/>
          </p:nvSpPr>
          <p:spPr bwMode="auto">
            <a:xfrm>
              <a:off x="4943" y="-60"/>
              <a:ext cx="28" cy="34"/>
            </a:xfrm>
            <a:custGeom>
              <a:avLst/>
              <a:gdLst>
                <a:gd name="T0" fmla="*/ 0 w 83"/>
                <a:gd name="T1" fmla="*/ 0 h 101"/>
                <a:gd name="T2" fmla="*/ 25 w 83"/>
                <a:gd name="T3" fmla="*/ 0 h 101"/>
                <a:gd name="T4" fmla="*/ 53 w 83"/>
                <a:gd name="T5" fmla="*/ 48 h 101"/>
                <a:gd name="T6" fmla="*/ 65 w 83"/>
                <a:gd name="T7" fmla="*/ 72 h 101"/>
                <a:gd name="T8" fmla="*/ 65 w 83"/>
                <a:gd name="T9" fmla="*/ 60 h 101"/>
                <a:gd name="T10" fmla="*/ 64 w 83"/>
                <a:gd name="T11" fmla="*/ 45 h 101"/>
                <a:gd name="T12" fmla="*/ 64 w 83"/>
                <a:gd name="T13" fmla="*/ 32 h 101"/>
                <a:gd name="T14" fmla="*/ 64 w 83"/>
                <a:gd name="T15" fmla="*/ 0 h 101"/>
                <a:gd name="T16" fmla="*/ 83 w 83"/>
                <a:gd name="T17" fmla="*/ 0 h 101"/>
                <a:gd name="T18" fmla="*/ 83 w 83"/>
                <a:gd name="T19" fmla="*/ 101 h 101"/>
                <a:gd name="T20" fmla="*/ 58 w 83"/>
                <a:gd name="T21" fmla="*/ 101 h 101"/>
                <a:gd name="T22" fmla="*/ 29 w 83"/>
                <a:gd name="T23" fmla="*/ 50 h 101"/>
                <a:gd name="T24" fmla="*/ 18 w 83"/>
                <a:gd name="T25" fmla="*/ 28 h 101"/>
                <a:gd name="T26" fmla="*/ 18 w 83"/>
                <a:gd name="T27" fmla="*/ 39 h 101"/>
                <a:gd name="T28" fmla="*/ 19 w 83"/>
                <a:gd name="T29" fmla="*/ 52 h 101"/>
                <a:gd name="T30" fmla="*/ 19 w 83"/>
                <a:gd name="T31" fmla="*/ 65 h 101"/>
                <a:gd name="T32" fmla="*/ 19 w 83"/>
                <a:gd name="T33" fmla="*/ 101 h 101"/>
                <a:gd name="T34" fmla="*/ 0 w 83"/>
                <a:gd name="T35" fmla="*/ 101 h 101"/>
                <a:gd name="T36" fmla="*/ 0 w 83"/>
                <a:gd name="T3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3" h="101">
                  <a:moveTo>
                    <a:pt x="0" y="0"/>
                  </a:moveTo>
                  <a:lnTo>
                    <a:pt x="25" y="0"/>
                  </a:lnTo>
                  <a:lnTo>
                    <a:pt x="53" y="48"/>
                  </a:lnTo>
                  <a:lnTo>
                    <a:pt x="65" y="72"/>
                  </a:lnTo>
                  <a:lnTo>
                    <a:pt x="65" y="60"/>
                  </a:lnTo>
                  <a:lnTo>
                    <a:pt x="64" y="45"/>
                  </a:lnTo>
                  <a:lnTo>
                    <a:pt x="64" y="32"/>
                  </a:lnTo>
                  <a:lnTo>
                    <a:pt x="64" y="0"/>
                  </a:lnTo>
                  <a:lnTo>
                    <a:pt x="83" y="0"/>
                  </a:lnTo>
                  <a:lnTo>
                    <a:pt x="83" y="101"/>
                  </a:lnTo>
                  <a:lnTo>
                    <a:pt x="58" y="101"/>
                  </a:lnTo>
                  <a:lnTo>
                    <a:pt x="29" y="50"/>
                  </a:lnTo>
                  <a:lnTo>
                    <a:pt x="18" y="28"/>
                  </a:lnTo>
                  <a:lnTo>
                    <a:pt x="18" y="39"/>
                  </a:lnTo>
                  <a:lnTo>
                    <a:pt x="19" y="52"/>
                  </a:lnTo>
                  <a:lnTo>
                    <a:pt x="19" y="65"/>
                  </a:lnTo>
                  <a:lnTo>
                    <a:pt x="19" y="101"/>
                  </a:lnTo>
                  <a:lnTo>
                    <a:pt x="0" y="101"/>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9"/>
            <p:cNvSpPr>
              <a:spLocks noEditPoints="1"/>
            </p:cNvSpPr>
            <p:nvPr/>
          </p:nvSpPr>
          <p:spPr bwMode="auto">
            <a:xfrm>
              <a:off x="4978" y="-60"/>
              <a:ext cx="31" cy="34"/>
            </a:xfrm>
            <a:custGeom>
              <a:avLst/>
              <a:gdLst>
                <a:gd name="T0" fmla="*/ 45 w 93"/>
                <a:gd name="T1" fmla="*/ 22 h 101"/>
                <a:gd name="T2" fmla="*/ 40 w 93"/>
                <a:gd name="T3" fmla="*/ 39 h 101"/>
                <a:gd name="T4" fmla="*/ 31 w 93"/>
                <a:gd name="T5" fmla="*/ 65 h 101"/>
                <a:gd name="T6" fmla="*/ 60 w 93"/>
                <a:gd name="T7" fmla="*/ 65 h 101"/>
                <a:gd name="T8" fmla="*/ 49 w 93"/>
                <a:gd name="T9" fmla="*/ 39 h 101"/>
                <a:gd name="T10" fmla="*/ 45 w 93"/>
                <a:gd name="T11" fmla="*/ 22 h 101"/>
                <a:gd name="T12" fmla="*/ 45 w 93"/>
                <a:gd name="T13" fmla="*/ 22 h 101"/>
                <a:gd name="T14" fmla="*/ 35 w 93"/>
                <a:gd name="T15" fmla="*/ 0 h 101"/>
                <a:gd name="T16" fmla="*/ 57 w 93"/>
                <a:gd name="T17" fmla="*/ 0 h 101"/>
                <a:gd name="T18" fmla="*/ 93 w 93"/>
                <a:gd name="T19" fmla="*/ 101 h 101"/>
                <a:gd name="T20" fmla="*/ 72 w 93"/>
                <a:gd name="T21" fmla="*/ 101 h 101"/>
                <a:gd name="T22" fmla="*/ 65 w 93"/>
                <a:gd name="T23" fmla="*/ 80 h 101"/>
                <a:gd name="T24" fmla="*/ 26 w 93"/>
                <a:gd name="T25" fmla="*/ 80 h 101"/>
                <a:gd name="T26" fmla="*/ 19 w 93"/>
                <a:gd name="T27" fmla="*/ 101 h 101"/>
                <a:gd name="T28" fmla="*/ 0 w 93"/>
                <a:gd name="T29" fmla="*/ 101 h 101"/>
                <a:gd name="T30" fmla="*/ 35 w 93"/>
                <a:gd name="T31"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3" h="101">
                  <a:moveTo>
                    <a:pt x="45" y="22"/>
                  </a:moveTo>
                  <a:lnTo>
                    <a:pt x="40" y="39"/>
                  </a:lnTo>
                  <a:lnTo>
                    <a:pt x="31" y="65"/>
                  </a:lnTo>
                  <a:lnTo>
                    <a:pt x="60" y="65"/>
                  </a:lnTo>
                  <a:lnTo>
                    <a:pt x="49" y="39"/>
                  </a:lnTo>
                  <a:lnTo>
                    <a:pt x="45" y="22"/>
                  </a:lnTo>
                  <a:lnTo>
                    <a:pt x="45" y="22"/>
                  </a:lnTo>
                  <a:close/>
                  <a:moveTo>
                    <a:pt x="35" y="0"/>
                  </a:moveTo>
                  <a:lnTo>
                    <a:pt x="57" y="0"/>
                  </a:lnTo>
                  <a:lnTo>
                    <a:pt x="93" y="101"/>
                  </a:lnTo>
                  <a:lnTo>
                    <a:pt x="72" y="101"/>
                  </a:lnTo>
                  <a:lnTo>
                    <a:pt x="65" y="80"/>
                  </a:lnTo>
                  <a:lnTo>
                    <a:pt x="26" y="80"/>
                  </a:lnTo>
                  <a:lnTo>
                    <a:pt x="19" y="101"/>
                  </a:lnTo>
                  <a:lnTo>
                    <a:pt x="0" y="101"/>
                  </a:lnTo>
                  <a:lnTo>
                    <a:pt x="3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0"/>
            <p:cNvSpPr>
              <a:spLocks/>
            </p:cNvSpPr>
            <p:nvPr/>
          </p:nvSpPr>
          <p:spPr bwMode="auto">
            <a:xfrm>
              <a:off x="5016" y="-60"/>
              <a:ext cx="18" cy="34"/>
            </a:xfrm>
            <a:custGeom>
              <a:avLst/>
              <a:gdLst>
                <a:gd name="T0" fmla="*/ 0 w 52"/>
                <a:gd name="T1" fmla="*/ 0 h 101"/>
                <a:gd name="T2" fmla="*/ 19 w 52"/>
                <a:gd name="T3" fmla="*/ 0 h 101"/>
                <a:gd name="T4" fmla="*/ 19 w 52"/>
                <a:gd name="T5" fmla="*/ 84 h 101"/>
                <a:gd name="T6" fmla="*/ 52 w 52"/>
                <a:gd name="T7" fmla="*/ 84 h 101"/>
                <a:gd name="T8" fmla="*/ 52 w 52"/>
                <a:gd name="T9" fmla="*/ 101 h 101"/>
                <a:gd name="T10" fmla="*/ 0 w 52"/>
                <a:gd name="T11" fmla="*/ 101 h 101"/>
                <a:gd name="T12" fmla="*/ 0 w 52"/>
                <a:gd name="T13" fmla="*/ 0 h 101"/>
              </a:gdLst>
              <a:ahLst/>
              <a:cxnLst>
                <a:cxn ang="0">
                  <a:pos x="T0" y="T1"/>
                </a:cxn>
                <a:cxn ang="0">
                  <a:pos x="T2" y="T3"/>
                </a:cxn>
                <a:cxn ang="0">
                  <a:pos x="T4" y="T5"/>
                </a:cxn>
                <a:cxn ang="0">
                  <a:pos x="T6" y="T7"/>
                </a:cxn>
                <a:cxn ang="0">
                  <a:pos x="T8" y="T9"/>
                </a:cxn>
                <a:cxn ang="0">
                  <a:pos x="T10" y="T11"/>
                </a:cxn>
                <a:cxn ang="0">
                  <a:pos x="T12" y="T13"/>
                </a:cxn>
              </a:cxnLst>
              <a:rect l="0" t="0" r="r" b="b"/>
              <a:pathLst>
                <a:path w="52" h="101">
                  <a:moveTo>
                    <a:pt x="0" y="0"/>
                  </a:moveTo>
                  <a:lnTo>
                    <a:pt x="19" y="0"/>
                  </a:lnTo>
                  <a:lnTo>
                    <a:pt x="19" y="84"/>
                  </a:lnTo>
                  <a:lnTo>
                    <a:pt x="52" y="84"/>
                  </a:lnTo>
                  <a:lnTo>
                    <a:pt x="52" y="101"/>
                  </a:lnTo>
                  <a:lnTo>
                    <a:pt x="0" y="101"/>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1"/>
            <p:cNvSpPr>
              <a:spLocks/>
            </p:cNvSpPr>
            <p:nvPr/>
          </p:nvSpPr>
          <p:spPr bwMode="auto">
            <a:xfrm>
              <a:off x="5054" y="-60"/>
              <a:ext cx="18" cy="34"/>
            </a:xfrm>
            <a:custGeom>
              <a:avLst/>
              <a:gdLst>
                <a:gd name="T0" fmla="*/ 0 w 52"/>
                <a:gd name="T1" fmla="*/ 0 h 101"/>
                <a:gd name="T2" fmla="*/ 19 w 52"/>
                <a:gd name="T3" fmla="*/ 0 h 101"/>
                <a:gd name="T4" fmla="*/ 19 w 52"/>
                <a:gd name="T5" fmla="*/ 84 h 101"/>
                <a:gd name="T6" fmla="*/ 52 w 52"/>
                <a:gd name="T7" fmla="*/ 84 h 101"/>
                <a:gd name="T8" fmla="*/ 52 w 52"/>
                <a:gd name="T9" fmla="*/ 101 h 101"/>
                <a:gd name="T10" fmla="*/ 0 w 52"/>
                <a:gd name="T11" fmla="*/ 101 h 101"/>
                <a:gd name="T12" fmla="*/ 0 w 52"/>
                <a:gd name="T13" fmla="*/ 0 h 101"/>
              </a:gdLst>
              <a:ahLst/>
              <a:cxnLst>
                <a:cxn ang="0">
                  <a:pos x="T0" y="T1"/>
                </a:cxn>
                <a:cxn ang="0">
                  <a:pos x="T2" y="T3"/>
                </a:cxn>
                <a:cxn ang="0">
                  <a:pos x="T4" y="T5"/>
                </a:cxn>
                <a:cxn ang="0">
                  <a:pos x="T6" y="T7"/>
                </a:cxn>
                <a:cxn ang="0">
                  <a:pos x="T8" y="T9"/>
                </a:cxn>
                <a:cxn ang="0">
                  <a:pos x="T10" y="T11"/>
                </a:cxn>
                <a:cxn ang="0">
                  <a:pos x="T12" y="T13"/>
                </a:cxn>
              </a:cxnLst>
              <a:rect l="0" t="0" r="r" b="b"/>
              <a:pathLst>
                <a:path w="52" h="101">
                  <a:moveTo>
                    <a:pt x="0" y="0"/>
                  </a:moveTo>
                  <a:lnTo>
                    <a:pt x="19" y="0"/>
                  </a:lnTo>
                  <a:lnTo>
                    <a:pt x="19" y="84"/>
                  </a:lnTo>
                  <a:lnTo>
                    <a:pt x="52" y="84"/>
                  </a:lnTo>
                  <a:lnTo>
                    <a:pt x="52" y="101"/>
                  </a:lnTo>
                  <a:lnTo>
                    <a:pt x="0" y="101"/>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2"/>
            <p:cNvSpPr>
              <a:spLocks noEditPoints="1"/>
            </p:cNvSpPr>
            <p:nvPr/>
          </p:nvSpPr>
          <p:spPr bwMode="auto">
            <a:xfrm>
              <a:off x="5079" y="-60"/>
              <a:ext cx="31" cy="34"/>
            </a:xfrm>
            <a:custGeom>
              <a:avLst/>
              <a:gdLst>
                <a:gd name="T0" fmla="*/ 46 w 93"/>
                <a:gd name="T1" fmla="*/ 22 h 101"/>
                <a:gd name="T2" fmla="*/ 41 w 93"/>
                <a:gd name="T3" fmla="*/ 39 h 101"/>
                <a:gd name="T4" fmla="*/ 32 w 93"/>
                <a:gd name="T5" fmla="*/ 65 h 101"/>
                <a:gd name="T6" fmla="*/ 60 w 93"/>
                <a:gd name="T7" fmla="*/ 65 h 101"/>
                <a:gd name="T8" fmla="*/ 50 w 93"/>
                <a:gd name="T9" fmla="*/ 39 h 101"/>
                <a:gd name="T10" fmla="*/ 46 w 93"/>
                <a:gd name="T11" fmla="*/ 22 h 101"/>
                <a:gd name="T12" fmla="*/ 46 w 93"/>
                <a:gd name="T13" fmla="*/ 22 h 101"/>
                <a:gd name="T14" fmla="*/ 35 w 93"/>
                <a:gd name="T15" fmla="*/ 0 h 101"/>
                <a:gd name="T16" fmla="*/ 57 w 93"/>
                <a:gd name="T17" fmla="*/ 0 h 101"/>
                <a:gd name="T18" fmla="*/ 93 w 93"/>
                <a:gd name="T19" fmla="*/ 101 h 101"/>
                <a:gd name="T20" fmla="*/ 72 w 93"/>
                <a:gd name="T21" fmla="*/ 101 h 101"/>
                <a:gd name="T22" fmla="*/ 65 w 93"/>
                <a:gd name="T23" fmla="*/ 80 h 101"/>
                <a:gd name="T24" fmla="*/ 26 w 93"/>
                <a:gd name="T25" fmla="*/ 80 h 101"/>
                <a:gd name="T26" fmla="*/ 19 w 93"/>
                <a:gd name="T27" fmla="*/ 101 h 101"/>
                <a:gd name="T28" fmla="*/ 0 w 93"/>
                <a:gd name="T29" fmla="*/ 101 h 101"/>
                <a:gd name="T30" fmla="*/ 35 w 93"/>
                <a:gd name="T31"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3" h="101">
                  <a:moveTo>
                    <a:pt x="46" y="22"/>
                  </a:moveTo>
                  <a:lnTo>
                    <a:pt x="41" y="39"/>
                  </a:lnTo>
                  <a:lnTo>
                    <a:pt x="32" y="65"/>
                  </a:lnTo>
                  <a:lnTo>
                    <a:pt x="60" y="65"/>
                  </a:lnTo>
                  <a:lnTo>
                    <a:pt x="50" y="39"/>
                  </a:lnTo>
                  <a:lnTo>
                    <a:pt x="46" y="22"/>
                  </a:lnTo>
                  <a:lnTo>
                    <a:pt x="46" y="22"/>
                  </a:lnTo>
                  <a:close/>
                  <a:moveTo>
                    <a:pt x="35" y="0"/>
                  </a:moveTo>
                  <a:lnTo>
                    <a:pt x="57" y="0"/>
                  </a:lnTo>
                  <a:lnTo>
                    <a:pt x="93" y="101"/>
                  </a:lnTo>
                  <a:lnTo>
                    <a:pt x="72" y="101"/>
                  </a:lnTo>
                  <a:lnTo>
                    <a:pt x="65" y="80"/>
                  </a:lnTo>
                  <a:lnTo>
                    <a:pt x="26" y="80"/>
                  </a:lnTo>
                  <a:lnTo>
                    <a:pt x="19" y="101"/>
                  </a:lnTo>
                  <a:lnTo>
                    <a:pt x="0" y="101"/>
                  </a:lnTo>
                  <a:lnTo>
                    <a:pt x="3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3"/>
            <p:cNvSpPr>
              <a:spLocks noEditPoints="1"/>
            </p:cNvSpPr>
            <p:nvPr/>
          </p:nvSpPr>
          <p:spPr bwMode="auto">
            <a:xfrm>
              <a:off x="5117" y="-60"/>
              <a:ext cx="23" cy="34"/>
            </a:xfrm>
            <a:custGeom>
              <a:avLst/>
              <a:gdLst>
                <a:gd name="T0" fmla="*/ 28 w 70"/>
                <a:gd name="T1" fmla="*/ 56 h 101"/>
                <a:gd name="T2" fmla="*/ 26 w 70"/>
                <a:gd name="T3" fmla="*/ 56 h 101"/>
                <a:gd name="T4" fmla="*/ 24 w 70"/>
                <a:gd name="T5" fmla="*/ 56 h 101"/>
                <a:gd name="T6" fmla="*/ 22 w 70"/>
                <a:gd name="T7" fmla="*/ 57 h 101"/>
                <a:gd name="T8" fmla="*/ 20 w 70"/>
                <a:gd name="T9" fmla="*/ 57 h 101"/>
                <a:gd name="T10" fmla="*/ 20 w 70"/>
                <a:gd name="T11" fmla="*/ 85 h 101"/>
                <a:gd name="T12" fmla="*/ 22 w 70"/>
                <a:gd name="T13" fmla="*/ 85 h 101"/>
                <a:gd name="T14" fmla="*/ 26 w 70"/>
                <a:gd name="T15" fmla="*/ 85 h 101"/>
                <a:gd name="T16" fmla="*/ 30 w 70"/>
                <a:gd name="T17" fmla="*/ 85 h 101"/>
                <a:gd name="T18" fmla="*/ 38 w 70"/>
                <a:gd name="T19" fmla="*/ 84 h 101"/>
                <a:gd name="T20" fmla="*/ 44 w 70"/>
                <a:gd name="T21" fmla="*/ 81 h 101"/>
                <a:gd name="T22" fmla="*/ 48 w 70"/>
                <a:gd name="T23" fmla="*/ 77 h 101"/>
                <a:gd name="T24" fmla="*/ 49 w 70"/>
                <a:gd name="T25" fmla="*/ 70 h 101"/>
                <a:gd name="T26" fmla="*/ 47 w 70"/>
                <a:gd name="T27" fmla="*/ 64 h 101"/>
                <a:gd name="T28" fmla="*/ 43 w 70"/>
                <a:gd name="T29" fmla="*/ 60 h 101"/>
                <a:gd name="T30" fmla="*/ 37 w 70"/>
                <a:gd name="T31" fmla="*/ 57 h 101"/>
                <a:gd name="T32" fmla="*/ 28 w 70"/>
                <a:gd name="T33" fmla="*/ 56 h 101"/>
                <a:gd name="T34" fmla="*/ 31 w 70"/>
                <a:gd name="T35" fmla="*/ 15 h 101"/>
                <a:gd name="T36" fmla="*/ 25 w 70"/>
                <a:gd name="T37" fmla="*/ 15 h 101"/>
                <a:gd name="T38" fmla="*/ 20 w 70"/>
                <a:gd name="T39" fmla="*/ 16 h 101"/>
                <a:gd name="T40" fmla="*/ 20 w 70"/>
                <a:gd name="T41" fmla="*/ 42 h 101"/>
                <a:gd name="T42" fmla="*/ 23 w 70"/>
                <a:gd name="T43" fmla="*/ 42 h 101"/>
                <a:gd name="T44" fmla="*/ 27 w 70"/>
                <a:gd name="T45" fmla="*/ 42 h 101"/>
                <a:gd name="T46" fmla="*/ 38 w 70"/>
                <a:gd name="T47" fmla="*/ 40 h 101"/>
                <a:gd name="T48" fmla="*/ 45 w 70"/>
                <a:gd name="T49" fmla="*/ 35 h 101"/>
                <a:gd name="T50" fmla="*/ 47 w 70"/>
                <a:gd name="T51" fmla="*/ 28 h 101"/>
                <a:gd name="T52" fmla="*/ 46 w 70"/>
                <a:gd name="T53" fmla="*/ 23 h 101"/>
                <a:gd name="T54" fmla="*/ 44 w 70"/>
                <a:gd name="T55" fmla="*/ 19 h 101"/>
                <a:gd name="T56" fmla="*/ 39 w 70"/>
                <a:gd name="T57" fmla="*/ 16 h 101"/>
                <a:gd name="T58" fmla="*/ 31 w 70"/>
                <a:gd name="T59" fmla="*/ 15 h 101"/>
                <a:gd name="T60" fmla="*/ 34 w 70"/>
                <a:gd name="T61" fmla="*/ 0 h 101"/>
                <a:gd name="T62" fmla="*/ 48 w 70"/>
                <a:gd name="T63" fmla="*/ 1 h 101"/>
                <a:gd name="T64" fmla="*/ 59 w 70"/>
                <a:gd name="T65" fmla="*/ 6 h 101"/>
                <a:gd name="T66" fmla="*/ 65 w 70"/>
                <a:gd name="T67" fmla="*/ 14 h 101"/>
                <a:gd name="T68" fmla="*/ 68 w 70"/>
                <a:gd name="T69" fmla="*/ 25 h 101"/>
                <a:gd name="T70" fmla="*/ 66 w 70"/>
                <a:gd name="T71" fmla="*/ 34 h 101"/>
                <a:gd name="T72" fmla="*/ 60 w 70"/>
                <a:gd name="T73" fmla="*/ 42 h 101"/>
                <a:gd name="T74" fmla="*/ 52 w 70"/>
                <a:gd name="T75" fmla="*/ 47 h 101"/>
                <a:gd name="T76" fmla="*/ 52 w 70"/>
                <a:gd name="T77" fmla="*/ 47 h 101"/>
                <a:gd name="T78" fmla="*/ 60 w 70"/>
                <a:gd name="T79" fmla="*/ 51 h 101"/>
                <a:gd name="T80" fmla="*/ 65 w 70"/>
                <a:gd name="T81" fmla="*/ 56 h 101"/>
                <a:gd name="T82" fmla="*/ 68 w 70"/>
                <a:gd name="T83" fmla="*/ 62 h 101"/>
                <a:gd name="T84" fmla="*/ 70 w 70"/>
                <a:gd name="T85" fmla="*/ 70 h 101"/>
                <a:gd name="T86" fmla="*/ 69 w 70"/>
                <a:gd name="T87" fmla="*/ 77 h 101"/>
                <a:gd name="T88" fmla="*/ 66 w 70"/>
                <a:gd name="T89" fmla="*/ 85 h 101"/>
                <a:gd name="T90" fmla="*/ 61 w 70"/>
                <a:gd name="T91" fmla="*/ 91 h 101"/>
                <a:gd name="T92" fmla="*/ 53 w 70"/>
                <a:gd name="T93" fmla="*/ 96 h 101"/>
                <a:gd name="T94" fmla="*/ 43 w 70"/>
                <a:gd name="T95" fmla="*/ 100 h 101"/>
                <a:gd name="T96" fmla="*/ 29 w 70"/>
                <a:gd name="T97" fmla="*/ 101 h 101"/>
                <a:gd name="T98" fmla="*/ 17 w 70"/>
                <a:gd name="T99" fmla="*/ 101 h 101"/>
                <a:gd name="T100" fmla="*/ 0 w 70"/>
                <a:gd name="T101" fmla="*/ 101 h 101"/>
                <a:gd name="T102" fmla="*/ 0 w 70"/>
                <a:gd name="T103" fmla="*/ 0 h 101"/>
                <a:gd name="T104" fmla="*/ 16 w 70"/>
                <a:gd name="T105" fmla="*/ 0 h 101"/>
                <a:gd name="T106" fmla="*/ 34 w 70"/>
                <a:gd name="T10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0" h="101">
                  <a:moveTo>
                    <a:pt x="28" y="56"/>
                  </a:moveTo>
                  <a:lnTo>
                    <a:pt x="26" y="56"/>
                  </a:lnTo>
                  <a:lnTo>
                    <a:pt x="24" y="56"/>
                  </a:lnTo>
                  <a:lnTo>
                    <a:pt x="22" y="57"/>
                  </a:lnTo>
                  <a:lnTo>
                    <a:pt x="20" y="57"/>
                  </a:lnTo>
                  <a:lnTo>
                    <a:pt x="20" y="85"/>
                  </a:lnTo>
                  <a:lnTo>
                    <a:pt x="22" y="85"/>
                  </a:lnTo>
                  <a:lnTo>
                    <a:pt x="26" y="85"/>
                  </a:lnTo>
                  <a:lnTo>
                    <a:pt x="30" y="85"/>
                  </a:lnTo>
                  <a:lnTo>
                    <a:pt x="38" y="84"/>
                  </a:lnTo>
                  <a:lnTo>
                    <a:pt x="44" y="81"/>
                  </a:lnTo>
                  <a:lnTo>
                    <a:pt x="48" y="77"/>
                  </a:lnTo>
                  <a:lnTo>
                    <a:pt x="49" y="70"/>
                  </a:lnTo>
                  <a:lnTo>
                    <a:pt x="47" y="64"/>
                  </a:lnTo>
                  <a:lnTo>
                    <a:pt x="43" y="60"/>
                  </a:lnTo>
                  <a:lnTo>
                    <a:pt x="37" y="57"/>
                  </a:lnTo>
                  <a:lnTo>
                    <a:pt x="28" y="56"/>
                  </a:lnTo>
                  <a:close/>
                  <a:moveTo>
                    <a:pt x="31" y="15"/>
                  </a:moveTo>
                  <a:lnTo>
                    <a:pt x="25" y="15"/>
                  </a:lnTo>
                  <a:lnTo>
                    <a:pt x="20" y="16"/>
                  </a:lnTo>
                  <a:lnTo>
                    <a:pt x="20" y="42"/>
                  </a:lnTo>
                  <a:lnTo>
                    <a:pt x="23" y="42"/>
                  </a:lnTo>
                  <a:lnTo>
                    <a:pt x="27" y="42"/>
                  </a:lnTo>
                  <a:lnTo>
                    <a:pt x="38" y="40"/>
                  </a:lnTo>
                  <a:lnTo>
                    <a:pt x="45" y="35"/>
                  </a:lnTo>
                  <a:lnTo>
                    <a:pt x="47" y="28"/>
                  </a:lnTo>
                  <a:lnTo>
                    <a:pt x="46" y="23"/>
                  </a:lnTo>
                  <a:lnTo>
                    <a:pt x="44" y="19"/>
                  </a:lnTo>
                  <a:lnTo>
                    <a:pt x="39" y="16"/>
                  </a:lnTo>
                  <a:lnTo>
                    <a:pt x="31" y="15"/>
                  </a:lnTo>
                  <a:close/>
                  <a:moveTo>
                    <a:pt x="34" y="0"/>
                  </a:moveTo>
                  <a:lnTo>
                    <a:pt x="48" y="1"/>
                  </a:lnTo>
                  <a:lnTo>
                    <a:pt x="59" y="6"/>
                  </a:lnTo>
                  <a:lnTo>
                    <a:pt x="65" y="14"/>
                  </a:lnTo>
                  <a:lnTo>
                    <a:pt x="68" y="25"/>
                  </a:lnTo>
                  <a:lnTo>
                    <a:pt x="66" y="34"/>
                  </a:lnTo>
                  <a:lnTo>
                    <a:pt x="60" y="42"/>
                  </a:lnTo>
                  <a:lnTo>
                    <a:pt x="52" y="47"/>
                  </a:lnTo>
                  <a:lnTo>
                    <a:pt x="52" y="47"/>
                  </a:lnTo>
                  <a:lnTo>
                    <a:pt x="60" y="51"/>
                  </a:lnTo>
                  <a:lnTo>
                    <a:pt x="65" y="56"/>
                  </a:lnTo>
                  <a:lnTo>
                    <a:pt x="68" y="62"/>
                  </a:lnTo>
                  <a:lnTo>
                    <a:pt x="70" y="70"/>
                  </a:lnTo>
                  <a:lnTo>
                    <a:pt x="69" y="77"/>
                  </a:lnTo>
                  <a:lnTo>
                    <a:pt x="66" y="85"/>
                  </a:lnTo>
                  <a:lnTo>
                    <a:pt x="61" y="91"/>
                  </a:lnTo>
                  <a:lnTo>
                    <a:pt x="53" y="96"/>
                  </a:lnTo>
                  <a:lnTo>
                    <a:pt x="43" y="100"/>
                  </a:lnTo>
                  <a:lnTo>
                    <a:pt x="29" y="101"/>
                  </a:lnTo>
                  <a:lnTo>
                    <a:pt x="17" y="101"/>
                  </a:lnTo>
                  <a:lnTo>
                    <a:pt x="0" y="101"/>
                  </a:lnTo>
                  <a:lnTo>
                    <a:pt x="0" y="0"/>
                  </a:lnTo>
                  <a:lnTo>
                    <a:pt x="16" y="0"/>
                  </a:lnTo>
                  <a:lnTo>
                    <a:pt x="3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4"/>
            <p:cNvSpPr>
              <a:spLocks noEditPoints="1"/>
            </p:cNvSpPr>
            <p:nvPr/>
          </p:nvSpPr>
          <p:spPr bwMode="auto">
            <a:xfrm>
              <a:off x="5147" y="-60"/>
              <a:ext cx="31" cy="34"/>
            </a:xfrm>
            <a:custGeom>
              <a:avLst/>
              <a:gdLst>
                <a:gd name="T0" fmla="*/ 47 w 94"/>
                <a:gd name="T1" fmla="*/ 17 h 104"/>
                <a:gd name="T2" fmla="*/ 39 w 94"/>
                <a:gd name="T3" fmla="*/ 18 h 104"/>
                <a:gd name="T4" fmla="*/ 32 w 94"/>
                <a:gd name="T5" fmla="*/ 22 h 104"/>
                <a:gd name="T6" fmla="*/ 26 w 94"/>
                <a:gd name="T7" fmla="*/ 29 h 104"/>
                <a:gd name="T8" fmla="*/ 22 w 94"/>
                <a:gd name="T9" fmla="*/ 39 h 104"/>
                <a:gd name="T10" fmla="*/ 20 w 94"/>
                <a:gd name="T11" fmla="*/ 51 h 104"/>
                <a:gd name="T12" fmla="*/ 21 w 94"/>
                <a:gd name="T13" fmla="*/ 63 h 104"/>
                <a:gd name="T14" fmla="*/ 25 w 94"/>
                <a:gd name="T15" fmla="*/ 72 h 104"/>
                <a:gd name="T16" fmla="*/ 30 w 94"/>
                <a:gd name="T17" fmla="*/ 80 h 104"/>
                <a:gd name="T18" fmla="*/ 37 w 94"/>
                <a:gd name="T19" fmla="*/ 84 h 104"/>
                <a:gd name="T20" fmla="*/ 47 w 94"/>
                <a:gd name="T21" fmla="*/ 86 h 104"/>
                <a:gd name="T22" fmla="*/ 54 w 94"/>
                <a:gd name="T23" fmla="*/ 85 h 104"/>
                <a:gd name="T24" fmla="*/ 62 w 94"/>
                <a:gd name="T25" fmla="*/ 81 h 104"/>
                <a:gd name="T26" fmla="*/ 68 w 94"/>
                <a:gd name="T27" fmla="*/ 74 h 104"/>
                <a:gd name="T28" fmla="*/ 72 w 94"/>
                <a:gd name="T29" fmla="*/ 65 h 104"/>
                <a:gd name="T30" fmla="*/ 74 w 94"/>
                <a:gd name="T31" fmla="*/ 52 h 104"/>
                <a:gd name="T32" fmla="*/ 72 w 94"/>
                <a:gd name="T33" fmla="*/ 37 h 104"/>
                <a:gd name="T34" fmla="*/ 67 w 94"/>
                <a:gd name="T35" fmla="*/ 26 h 104"/>
                <a:gd name="T36" fmla="*/ 58 w 94"/>
                <a:gd name="T37" fmla="*/ 19 h 104"/>
                <a:gd name="T38" fmla="*/ 47 w 94"/>
                <a:gd name="T39" fmla="*/ 17 h 104"/>
                <a:gd name="T40" fmla="*/ 49 w 94"/>
                <a:gd name="T41" fmla="*/ 0 h 104"/>
                <a:gd name="T42" fmla="*/ 61 w 94"/>
                <a:gd name="T43" fmla="*/ 1 h 104"/>
                <a:gd name="T44" fmla="*/ 72 w 94"/>
                <a:gd name="T45" fmla="*/ 5 h 104"/>
                <a:gd name="T46" fmla="*/ 81 w 94"/>
                <a:gd name="T47" fmla="*/ 12 h 104"/>
                <a:gd name="T48" fmla="*/ 88 w 94"/>
                <a:gd name="T49" fmla="*/ 22 h 104"/>
                <a:gd name="T50" fmla="*/ 93 w 94"/>
                <a:gd name="T51" fmla="*/ 34 h 104"/>
                <a:gd name="T52" fmla="*/ 94 w 94"/>
                <a:gd name="T53" fmla="*/ 50 h 104"/>
                <a:gd name="T54" fmla="*/ 92 w 94"/>
                <a:gd name="T55" fmla="*/ 66 h 104"/>
                <a:gd name="T56" fmla="*/ 88 w 94"/>
                <a:gd name="T57" fmla="*/ 79 h 104"/>
                <a:gd name="T58" fmla="*/ 80 w 94"/>
                <a:gd name="T59" fmla="*/ 89 h 104"/>
                <a:gd name="T60" fmla="*/ 70 w 94"/>
                <a:gd name="T61" fmla="*/ 97 h 104"/>
                <a:gd name="T62" fmla="*/ 58 w 94"/>
                <a:gd name="T63" fmla="*/ 102 h 104"/>
                <a:gd name="T64" fmla="*/ 45 w 94"/>
                <a:gd name="T65" fmla="*/ 104 h 104"/>
                <a:gd name="T66" fmla="*/ 31 w 94"/>
                <a:gd name="T67" fmla="*/ 102 h 104"/>
                <a:gd name="T68" fmla="*/ 20 w 94"/>
                <a:gd name="T69" fmla="*/ 97 h 104"/>
                <a:gd name="T70" fmla="*/ 11 w 94"/>
                <a:gd name="T71" fmla="*/ 90 h 104"/>
                <a:gd name="T72" fmla="*/ 5 w 94"/>
                <a:gd name="T73" fmla="*/ 80 h 104"/>
                <a:gd name="T74" fmla="*/ 1 w 94"/>
                <a:gd name="T75" fmla="*/ 67 h 104"/>
                <a:gd name="T76" fmla="*/ 0 w 94"/>
                <a:gd name="T77" fmla="*/ 53 h 104"/>
                <a:gd name="T78" fmla="*/ 2 w 94"/>
                <a:gd name="T79" fmla="*/ 37 h 104"/>
                <a:gd name="T80" fmla="*/ 7 w 94"/>
                <a:gd name="T81" fmla="*/ 24 h 104"/>
                <a:gd name="T82" fmla="*/ 14 w 94"/>
                <a:gd name="T83" fmla="*/ 14 h 104"/>
                <a:gd name="T84" fmla="*/ 24 w 94"/>
                <a:gd name="T85" fmla="*/ 6 h 104"/>
                <a:gd name="T86" fmla="*/ 36 w 94"/>
                <a:gd name="T87" fmla="*/ 1 h 104"/>
                <a:gd name="T88" fmla="*/ 49 w 94"/>
                <a:gd name="T89"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4" h="104">
                  <a:moveTo>
                    <a:pt x="47" y="17"/>
                  </a:moveTo>
                  <a:lnTo>
                    <a:pt x="39" y="18"/>
                  </a:lnTo>
                  <a:lnTo>
                    <a:pt x="32" y="22"/>
                  </a:lnTo>
                  <a:lnTo>
                    <a:pt x="26" y="29"/>
                  </a:lnTo>
                  <a:lnTo>
                    <a:pt x="22" y="39"/>
                  </a:lnTo>
                  <a:lnTo>
                    <a:pt x="20" y="51"/>
                  </a:lnTo>
                  <a:lnTo>
                    <a:pt x="21" y="63"/>
                  </a:lnTo>
                  <a:lnTo>
                    <a:pt x="25" y="72"/>
                  </a:lnTo>
                  <a:lnTo>
                    <a:pt x="30" y="80"/>
                  </a:lnTo>
                  <a:lnTo>
                    <a:pt x="37" y="84"/>
                  </a:lnTo>
                  <a:lnTo>
                    <a:pt x="47" y="86"/>
                  </a:lnTo>
                  <a:lnTo>
                    <a:pt x="54" y="85"/>
                  </a:lnTo>
                  <a:lnTo>
                    <a:pt x="62" y="81"/>
                  </a:lnTo>
                  <a:lnTo>
                    <a:pt x="68" y="74"/>
                  </a:lnTo>
                  <a:lnTo>
                    <a:pt x="72" y="65"/>
                  </a:lnTo>
                  <a:lnTo>
                    <a:pt x="74" y="52"/>
                  </a:lnTo>
                  <a:lnTo>
                    <a:pt x="72" y="37"/>
                  </a:lnTo>
                  <a:lnTo>
                    <a:pt x="67" y="26"/>
                  </a:lnTo>
                  <a:lnTo>
                    <a:pt x="58" y="19"/>
                  </a:lnTo>
                  <a:lnTo>
                    <a:pt x="47" y="17"/>
                  </a:lnTo>
                  <a:close/>
                  <a:moveTo>
                    <a:pt x="49" y="0"/>
                  </a:moveTo>
                  <a:lnTo>
                    <a:pt x="61" y="1"/>
                  </a:lnTo>
                  <a:lnTo>
                    <a:pt x="72" y="5"/>
                  </a:lnTo>
                  <a:lnTo>
                    <a:pt x="81" y="12"/>
                  </a:lnTo>
                  <a:lnTo>
                    <a:pt x="88" y="22"/>
                  </a:lnTo>
                  <a:lnTo>
                    <a:pt x="93" y="34"/>
                  </a:lnTo>
                  <a:lnTo>
                    <a:pt x="94" y="50"/>
                  </a:lnTo>
                  <a:lnTo>
                    <a:pt x="92" y="66"/>
                  </a:lnTo>
                  <a:lnTo>
                    <a:pt x="88" y="79"/>
                  </a:lnTo>
                  <a:lnTo>
                    <a:pt x="80" y="89"/>
                  </a:lnTo>
                  <a:lnTo>
                    <a:pt x="70" y="97"/>
                  </a:lnTo>
                  <a:lnTo>
                    <a:pt x="58" y="102"/>
                  </a:lnTo>
                  <a:lnTo>
                    <a:pt x="45" y="104"/>
                  </a:lnTo>
                  <a:lnTo>
                    <a:pt x="31" y="102"/>
                  </a:lnTo>
                  <a:lnTo>
                    <a:pt x="20" y="97"/>
                  </a:lnTo>
                  <a:lnTo>
                    <a:pt x="11" y="90"/>
                  </a:lnTo>
                  <a:lnTo>
                    <a:pt x="5" y="80"/>
                  </a:lnTo>
                  <a:lnTo>
                    <a:pt x="1" y="67"/>
                  </a:lnTo>
                  <a:lnTo>
                    <a:pt x="0" y="53"/>
                  </a:lnTo>
                  <a:lnTo>
                    <a:pt x="2" y="37"/>
                  </a:lnTo>
                  <a:lnTo>
                    <a:pt x="7" y="24"/>
                  </a:lnTo>
                  <a:lnTo>
                    <a:pt x="14" y="14"/>
                  </a:lnTo>
                  <a:lnTo>
                    <a:pt x="24" y="6"/>
                  </a:lnTo>
                  <a:lnTo>
                    <a:pt x="36" y="1"/>
                  </a:lnTo>
                  <a:lnTo>
                    <a:pt x="49"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5"/>
            <p:cNvSpPr>
              <a:spLocks noEditPoints="1"/>
            </p:cNvSpPr>
            <p:nvPr/>
          </p:nvSpPr>
          <p:spPr bwMode="auto">
            <a:xfrm>
              <a:off x="5186" y="-60"/>
              <a:ext cx="24" cy="34"/>
            </a:xfrm>
            <a:custGeom>
              <a:avLst/>
              <a:gdLst>
                <a:gd name="T0" fmla="*/ 26 w 71"/>
                <a:gd name="T1" fmla="*/ 15 h 101"/>
                <a:gd name="T2" fmla="*/ 22 w 71"/>
                <a:gd name="T3" fmla="*/ 16 h 101"/>
                <a:gd name="T4" fmla="*/ 19 w 71"/>
                <a:gd name="T5" fmla="*/ 16 h 101"/>
                <a:gd name="T6" fmla="*/ 19 w 71"/>
                <a:gd name="T7" fmla="*/ 45 h 101"/>
                <a:gd name="T8" fmla="*/ 20 w 71"/>
                <a:gd name="T9" fmla="*/ 45 h 101"/>
                <a:gd name="T10" fmla="*/ 23 w 71"/>
                <a:gd name="T11" fmla="*/ 45 h 101"/>
                <a:gd name="T12" fmla="*/ 26 w 71"/>
                <a:gd name="T13" fmla="*/ 45 h 101"/>
                <a:gd name="T14" fmla="*/ 36 w 71"/>
                <a:gd name="T15" fmla="*/ 43 h 101"/>
                <a:gd name="T16" fmla="*/ 42 w 71"/>
                <a:gd name="T17" fmla="*/ 38 h 101"/>
                <a:gd name="T18" fmla="*/ 44 w 71"/>
                <a:gd name="T19" fmla="*/ 30 h 101"/>
                <a:gd name="T20" fmla="*/ 42 w 71"/>
                <a:gd name="T21" fmla="*/ 22 h 101"/>
                <a:gd name="T22" fmla="*/ 36 w 71"/>
                <a:gd name="T23" fmla="*/ 17 h 101"/>
                <a:gd name="T24" fmla="*/ 26 w 71"/>
                <a:gd name="T25" fmla="*/ 15 h 101"/>
                <a:gd name="T26" fmla="*/ 28 w 71"/>
                <a:gd name="T27" fmla="*/ 0 h 101"/>
                <a:gd name="T28" fmla="*/ 40 w 71"/>
                <a:gd name="T29" fmla="*/ 1 h 101"/>
                <a:gd name="T30" fmla="*/ 51 w 71"/>
                <a:gd name="T31" fmla="*/ 4 h 101"/>
                <a:gd name="T32" fmla="*/ 58 w 71"/>
                <a:gd name="T33" fmla="*/ 9 h 101"/>
                <a:gd name="T34" fmla="*/ 63 w 71"/>
                <a:gd name="T35" fmla="*/ 17 h 101"/>
                <a:gd name="T36" fmla="*/ 64 w 71"/>
                <a:gd name="T37" fmla="*/ 28 h 101"/>
                <a:gd name="T38" fmla="*/ 63 w 71"/>
                <a:gd name="T39" fmla="*/ 38 h 101"/>
                <a:gd name="T40" fmla="*/ 57 w 71"/>
                <a:gd name="T41" fmla="*/ 47 h 101"/>
                <a:gd name="T42" fmla="*/ 49 w 71"/>
                <a:gd name="T43" fmla="*/ 53 h 101"/>
                <a:gd name="T44" fmla="*/ 39 w 71"/>
                <a:gd name="T45" fmla="*/ 56 h 101"/>
                <a:gd name="T46" fmla="*/ 43 w 71"/>
                <a:gd name="T47" fmla="*/ 62 h 101"/>
                <a:gd name="T48" fmla="*/ 47 w 71"/>
                <a:gd name="T49" fmla="*/ 67 h 101"/>
                <a:gd name="T50" fmla="*/ 71 w 71"/>
                <a:gd name="T51" fmla="*/ 101 h 101"/>
                <a:gd name="T52" fmla="*/ 47 w 71"/>
                <a:gd name="T53" fmla="*/ 101 h 101"/>
                <a:gd name="T54" fmla="*/ 19 w 71"/>
                <a:gd name="T55" fmla="*/ 59 h 101"/>
                <a:gd name="T56" fmla="*/ 19 w 71"/>
                <a:gd name="T57" fmla="*/ 59 h 101"/>
                <a:gd name="T58" fmla="*/ 19 w 71"/>
                <a:gd name="T59" fmla="*/ 101 h 101"/>
                <a:gd name="T60" fmla="*/ 0 w 71"/>
                <a:gd name="T61" fmla="*/ 101 h 101"/>
                <a:gd name="T62" fmla="*/ 0 w 71"/>
                <a:gd name="T63" fmla="*/ 0 h 101"/>
                <a:gd name="T64" fmla="*/ 12 w 71"/>
                <a:gd name="T65" fmla="*/ 0 h 101"/>
                <a:gd name="T66" fmla="*/ 28 w 71"/>
                <a:gd name="T6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1" h="101">
                  <a:moveTo>
                    <a:pt x="26" y="15"/>
                  </a:moveTo>
                  <a:lnTo>
                    <a:pt x="22" y="16"/>
                  </a:lnTo>
                  <a:lnTo>
                    <a:pt x="19" y="16"/>
                  </a:lnTo>
                  <a:lnTo>
                    <a:pt x="19" y="45"/>
                  </a:lnTo>
                  <a:lnTo>
                    <a:pt x="20" y="45"/>
                  </a:lnTo>
                  <a:lnTo>
                    <a:pt x="23" y="45"/>
                  </a:lnTo>
                  <a:lnTo>
                    <a:pt x="26" y="45"/>
                  </a:lnTo>
                  <a:lnTo>
                    <a:pt x="36" y="43"/>
                  </a:lnTo>
                  <a:lnTo>
                    <a:pt x="42" y="38"/>
                  </a:lnTo>
                  <a:lnTo>
                    <a:pt x="44" y="30"/>
                  </a:lnTo>
                  <a:lnTo>
                    <a:pt x="42" y="22"/>
                  </a:lnTo>
                  <a:lnTo>
                    <a:pt x="36" y="17"/>
                  </a:lnTo>
                  <a:lnTo>
                    <a:pt x="26" y="15"/>
                  </a:lnTo>
                  <a:close/>
                  <a:moveTo>
                    <a:pt x="28" y="0"/>
                  </a:moveTo>
                  <a:lnTo>
                    <a:pt x="40" y="1"/>
                  </a:lnTo>
                  <a:lnTo>
                    <a:pt x="51" y="4"/>
                  </a:lnTo>
                  <a:lnTo>
                    <a:pt x="58" y="9"/>
                  </a:lnTo>
                  <a:lnTo>
                    <a:pt x="63" y="17"/>
                  </a:lnTo>
                  <a:lnTo>
                    <a:pt x="64" y="28"/>
                  </a:lnTo>
                  <a:lnTo>
                    <a:pt x="63" y="38"/>
                  </a:lnTo>
                  <a:lnTo>
                    <a:pt x="57" y="47"/>
                  </a:lnTo>
                  <a:lnTo>
                    <a:pt x="49" y="53"/>
                  </a:lnTo>
                  <a:lnTo>
                    <a:pt x="39" y="56"/>
                  </a:lnTo>
                  <a:lnTo>
                    <a:pt x="43" y="62"/>
                  </a:lnTo>
                  <a:lnTo>
                    <a:pt x="47" y="67"/>
                  </a:lnTo>
                  <a:lnTo>
                    <a:pt x="71" y="101"/>
                  </a:lnTo>
                  <a:lnTo>
                    <a:pt x="47" y="101"/>
                  </a:lnTo>
                  <a:lnTo>
                    <a:pt x="19" y="59"/>
                  </a:lnTo>
                  <a:lnTo>
                    <a:pt x="19" y="59"/>
                  </a:lnTo>
                  <a:lnTo>
                    <a:pt x="19" y="101"/>
                  </a:lnTo>
                  <a:lnTo>
                    <a:pt x="0" y="101"/>
                  </a:lnTo>
                  <a:lnTo>
                    <a:pt x="0" y="0"/>
                  </a:lnTo>
                  <a:lnTo>
                    <a:pt x="12" y="0"/>
                  </a:lnTo>
                  <a:lnTo>
                    <a:pt x="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6"/>
            <p:cNvSpPr>
              <a:spLocks noEditPoints="1"/>
            </p:cNvSpPr>
            <p:nvPr/>
          </p:nvSpPr>
          <p:spPr bwMode="auto">
            <a:xfrm>
              <a:off x="5275" y="-60"/>
              <a:ext cx="31" cy="34"/>
            </a:xfrm>
            <a:custGeom>
              <a:avLst/>
              <a:gdLst>
                <a:gd name="T0" fmla="*/ 47 w 95"/>
                <a:gd name="T1" fmla="*/ 17 h 104"/>
                <a:gd name="T2" fmla="*/ 39 w 95"/>
                <a:gd name="T3" fmla="*/ 18 h 104"/>
                <a:gd name="T4" fmla="*/ 32 w 95"/>
                <a:gd name="T5" fmla="*/ 22 h 104"/>
                <a:gd name="T6" fmla="*/ 26 w 95"/>
                <a:gd name="T7" fmla="*/ 29 h 104"/>
                <a:gd name="T8" fmla="*/ 22 w 95"/>
                <a:gd name="T9" fmla="*/ 39 h 104"/>
                <a:gd name="T10" fmla="*/ 21 w 95"/>
                <a:gd name="T11" fmla="*/ 51 h 104"/>
                <a:gd name="T12" fmla="*/ 22 w 95"/>
                <a:gd name="T13" fmla="*/ 63 h 104"/>
                <a:gd name="T14" fmla="*/ 25 w 95"/>
                <a:gd name="T15" fmla="*/ 72 h 104"/>
                <a:gd name="T16" fmla="*/ 30 w 95"/>
                <a:gd name="T17" fmla="*/ 80 h 104"/>
                <a:gd name="T18" fmla="*/ 38 w 95"/>
                <a:gd name="T19" fmla="*/ 84 h 104"/>
                <a:gd name="T20" fmla="*/ 47 w 95"/>
                <a:gd name="T21" fmla="*/ 86 h 104"/>
                <a:gd name="T22" fmla="*/ 55 w 95"/>
                <a:gd name="T23" fmla="*/ 85 h 104"/>
                <a:gd name="T24" fmla="*/ 62 w 95"/>
                <a:gd name="T25" fmla="*/ 81 h 104"/>
                <a:gd name="T26" fmla="*/ 68 w 95"/>
                <a:gd name="T27" fmla="*/ 74 h 104"/>
                <a:gd name="T28" fmla="*/ 73 w 95"/>
                <a:gd name="T29" fmla="*/ 65 h 104"/>
                <a:gd name="T30" fmla="*/ 74 w 95"/>
                <a:gd name="T31" fmla="*/ 52 h 104"/>
                <a:gd name="T32" fmla="*/ 72 w 95"/>
                <a:gd name="T33" fmla="*/ 37 h 104"/>
                <a:gd name="T34" fmla="*/ 67 w 95"/>
                <a:gd name="T35" fmla="*/ 26 h 104"/>
                <a:gd name="T36" fmla="*/ 59 w 95"/>
                <a:gd name="T37" fmla="*/ 19 h 104"/>
                <a:gd name="T38" fmla="*/ 47 w 95"/>
                <a:gd name="T39" fmla="*/ 17 h 104"/>
                <a:gd name="T40" fmla="*/ 49 w 95"/>
                <a:gd name="T41" fmla="*/ 0 h 104"/>
                <a:gd name="T42" fmla="*/ 62 w 95"/>
                <a:gd name="T43" fmla="*/ 1 h 104"/>
                <a:gd name="T44" fmla="*/ 73 w 95"/>
                <a:gd name="T45" fmla="*/ 5 h 104"/>
                <a:gd name="T46" fmla="*/ 82 w 95"/>
                <a:gd name="T47" fmla="*/ 12 h 104"/>
                <a:gd name="T48" fmla="*/ 89 w 95"/>
                <a:gd name="T49" fmla="*/ 22 h 104"/>
                <a:gd name="T50" fmla="*/ 93 w 95"/>
                <a:gd name="T51" fmla="*/ 34 h 104"/>
                <a:gd name="T52" fmla="*/ 95 w 95"/>
                <a:gd name="T53" fmla="*/ 50 h 104"/>
                <a:gd name="T54" fmla="*/ 93 w 95"/>
                <a:gd name="T55" fmla="*/ 66 h 104"/>
                <a:gd name="T56" fmla="*/ 88 w 95"/>
                <a:gd name="T57" fmla="*/ 79 h 104"/>
                <a:gd name="T58" fmla="*/ 80 w 95"/>
                <a:gd name="T59" fmla="*/ 89 h 104"/>
                <a:gd name="T60" fmla="*/ 70 w 95"/>
                <a:gd name="T61" fmla="*/ 97 h 104"/>
                <a:gd name="T62" fmla="*/ 59 w 95"/>
                <a:gd name="T63" fmla="*/ 102 h 104"/>
                <a:gd name="T64" fmla="*/ 46 w 95"/>
                <a:gd name="T65" fmla="*/ 104 h 104"/>
                <a:gd name="T66" fmla="*/ 32 w 95"/>
                <a:gd name="T67" fmla="*/ 102 h 104"/>
                <a:gd name="T68" fmla="*/ 20 w 95"/>
                <a:gd name="T69" fmla="*/ 97 h 104"/>
                <a:gd name="T70" fmla="*/ 12 w 95"/>
                <a:gd name="T71" fmla="*/ 90 h 104"/>
                <a:gd name="T72" fmla="*/ 5 w 95"/>
                <a:gd name="T73" fmla="*/ 80 h 104"/>
                <a:gd name="T74" fmla="*/ 2 w 95"/>
                <a:gd name="T75" fmla="*/ 67 h 104"/>
                <a:gd name="T76" fmla="*/ 0 w 95"/>
                <a:gd name="T77" fmla="*/ 53 h 104"/>
                <a:gd name="T78" fmla="*/ 2 w 95"/>
                <a:gd name="T79" fmla="*/ 37 h 104"/>
                <a:gd name="T80" fmla="*/ 7 w 95"/>
                <a:gd name="T81" fmla="*/ 24 h 104"/>
                <a:gd name="T82" fmla="*/ 15 w 95"/>
                <a:gd name="T83" fmla="*/ 14 h 104"/>
                <a:gd name="T84" fmla="*/ 25 w 95"/>
                <a:gd name="T85" fmla="*/ 6 h 104"/>
                <a:gd name="T86" fmla="*/ 36 w 95"/>
                <a:gd name="T87" fmla="*/ 1 h 104"/>
                <a:gd name="T88" fmla="*/ 49 w 95"/>
                <a:gd name="T89"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5" h="104">
                  <a:moveTo>
                    <a:pt x="47" y="17"/>
                  </a:moveTo>
                  <a:lnTo>
                    <a:pt x="39" y="18"/>
                  </a:lnTo>
                  <a:lnTo>
                    <a:pt x="32" y="22"/>
                  </a:lnTo>
                  <a:lnTo>
                    <a:pt x="26" y="29"/>
                  </a:lnTo>
                  <a:lnTo>
                    <a:pt x="22" y="39"/>
                  </a:lnTo>
                  <a:lnTo>
                    <a:pt x="21" y="51"/>
                  </a:lnTo>
                  <a:lnTo>
                    <a:pt x="22" y="63"/>
                  </a:lnTo>
                  <a:lnTo>
                    <a:pt x="25" y="72"/>
                  </a:lnTo>
                  <a:lnTo>
                    <a:pt x="30" y="80"/>
                  </a:lnTo>
                  <a:lnTo>
                    <a:pt x="38" y="84"/>
                  </a:lnTo>
                  <a:lnTo>
                    <a:pt x="47" y="86"/>
                  </a:lnTo>
                  <a:lnTo>
                    <a:pt x="55" y="85"/>
                  </a:lnTo>
                  <a:lnTo>
                    <a:pt x="62" y="81"/>
                  </a:lnTo>
                  <a:lnTo>
                    <a:pt x="68" y="74"/>
                  </a:lnTo>
                  <a:lnTo>
                    <a:pt x="73" y="65"/>
                  </a:lnTo>
                  <a:lnTo>
                    <a:pt x="74" y="52"/>
                  </a:lnTo>
                  <a:lnTo>
                    <a:pt x="72" y="37"/>
                  </a:lnTo>
                  <a:lnTo>
                    <a:pt x="67" y="26"/>
                  </a:lnTo>
                  <a:lnTo>
                    <a:pt x="59" y="19"/>
                  </a:lnTo>
                  <a:lnTo>
                    <a:pt x="47" y="17"/>
                  </a:lnTo>
                  <a:close/>
                  <a:moveTo>
                    <a:pt x="49" y="0"/>
                  </a:moveTo>
                  <a:lnTo>
                    <a:pt x="62" y="1"/>
                  </a:lnTo>
                  <a:lnTo>
                    <a:pt x="73" y="5"/>
                  </a:lnTo>
                  <a:lnTo>
                    <a:pt x="82" y="12"/>
                  </a:lnTo>
                  <a:lnTo>
                    <a:pt x="89" y="22"/>
                  </a:lnTo>
                  <a:lnTo>
                    <a:pt x="93" y="34"/>
                  </a:lnTo>
                  <a:lnTo>
                    <a:pt x="95" y="50"/>
                  </a:lnTo>
                  <a:lnTo>
                    <a:pt x="93" y="66"/>
                  </a:lnTo>
                  <a:lnTo>
                    <a:pt x="88" y="79"/>
                  </a:lnTo>
                  <a:lnTo>
                    <a:pt x="80" y="89"/>
                  </a:lnTo>
                  <a:lnTo>
                    <a:pt x="70" y="97"/>
                  </a:lnTo>
                  <a:lnTo>
                    <a:pt x="59" y="102"/>
                  </a:lnTo>
                  <a:lnTo>
                    <a:pt x="46" y="104"/>
                  </a:lnTo>
                  <a:lnTo>
                    <a:pt x="32" y="102"/>
                  </a:lnTo>
                  <a:lnTo>
                    <a:pt x="20" y="97"/>
                  </a:lnTo>
                  <a:lnTo>
                    <a:pt x="12" y="90"/>
                  </a:lnTo>
                  <a:lnTo>
                    <a:pt x="5" y="80"/>
                  </a:lnTo>
                  <a:lnTo>
                    <a:pt x="2" y="67"/>
                  </a:lnTo>
                  <a:lnTo>
                    <a:pt x="0" y="53"/>
                  </a:lnTo>
                  <a:lnTo>
                    <a:pt x="2" y="37"/>
                  </a:lnTo>
                  <a:lnTo>
                    <a:pt x="7" y="24"/>
                  </a:lnTo>
                  <a:lnTo>
                    <a:pt x="15" y="14"/>
                  </a:lnTo>
                  <a:lnTo>
                    <a:pt x="25" y="6"/>
                  </a:lnTo>
                  <a:lnTo>
                    <a:pt x="36" y="1"/>
                  </a:lnTo>
                  <a:lnTo>
                    <a:pt x="49"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7"/>
            <p:cNvSpPr>
              <a:spLocks noEditPoints="1"/>
            </p:cNvSpPr>
            <p:nvPr/>
          </p:nvSpPr>
          <p:spPr bwMode="auto">
            <a:xfrm>
              <a:off x="5313" y="-60"/>
              <a:ext cx="24" cy="34"/>
            </a:xfrm>
            <a:custGeom>
              <a:avLst/>
              <a:gdLst>
                <a:gd name="T0" fmla="*/ 27 w 72"/>
                <a:gd name="T1" fmla="*/ 15 h 101"/>
                <a:gd name="T2" fmla="*/ 23 w 72"/>
                <a:gd name="T3" fmla="*/ 16 h 101"/>
                <a:gd name="T4" fmla="*/ 19 w 72"/>
                <a:gd name="T5" fmla="*/ 16 h 101"/>
                <a:gd name="T6" fmla="*/ 19 w 72"/>
                <a:gd name="T7" fmla="*/ 45 h 101"/>
                <a:gd name="T8" fmla="*/ 22 w 72"/>
                <a:gd name="T9" fmla="*/ 45 h 101"/>
                <a:gd name="T10" fmla="*/ 26 w 72"/>
                <a:gd name="T11" fmla="*/ 45 h 101"/>
                <a:gd name="T12" fmla="*/ 36 w 72"/>
                <a:gd name="T13" fmla="*/ 43 h 101"/>
                <a:gd name="T14" fmla="*/ 42 w 72"/>
                <a:gd name="T15" fmla="*/ 38 h 101"/>
                <a:gd name="T16" fmla="*/ 45 w 72"/>
                <a:gd name="T17" fmla="*/ 30 h 101"/>
                <a:gd name="T18" fmla="*/ 43 w 72"/>
                <a:gd name="T19" fmla="*/ 22 h 101"/>
                <a:gd name="T20" fmla="*/ 37 w 72"/>
                <a:gd name="T21" fmla="*/ 17 h 101"/>
                <a:gd name="T22" fmla="*/ 27 w 72"/>
                <a:gd name="T23" fmla="*/ 15 h 101"/>
                <a:gd name="T24" fmla="*/ 29 w 72"/>
                <a:gd name="T25" fmla="*/ 0 h 101"/>
                <a:gd name="T26" fmla="*/ 41 w 72"/>
                <a:gd name="T27" fmla="*/ 1 h 101"/>
                <a:gd name="T28" fmla="*/ 51 w 72"/>
                <a:gd name="T29" fmla="*/ 4 h 101"/>
                <a:gd name="T30" fmla="*/ 58 w 72"/>
                <a:gd name="T31" fmla="*/ 9 h 101"/>
                <a:gd name="T32" fmla="*/ 63 w 72"/>
                <a:gd name="T33" fmla="*/ 17 h 101"/>
                <a:gd name="T34" fmla="*/ 65 w 72"/>
                <a:gd name="T35" fmla="*/ 28 h 101"/>
                <a:gd name="T36" fmla="*/ 63 w 72"/>
                <a:gd name="T37" fmla="*/ 38 h 101"/>
                <a:gd name="T38" fmla="*/ 58 w 72"/>
                <a:gd name="T39" fmla="*/ 47 h 101"/>
                <a:gd name="T40" fmla="*/ 50 w 72"/>
                <a:gd name="T41" fmla="*/ 53 h 101"/>
                <a:gd name="T42" fmla="*/ 39 w 72"/>
                <a:gd name="T43" fmla="*/ 56 h 101"/>
                <a:gd name="T44" fmla="*/ 44 w 72"/>
                <a:gd name="T45" fmla="*/ 62 h 101"/>
                <a:gd name="T46" fmla="*/ 48 w 72"/>
                <a:gd name="T47" fmla="*/ 67 h 101"/>
                <a:gd name="T48" fmla="*/ 72 w 72"/>
                <a:gd name="T49" fmla="*/ 101 h 101"/>
                <a:gd name="T50" fmla="*/ 48 w 72"/>
                <a:gd name="T51" fmla="*/ 101 h 101"/>
                <a:gd name="T52" fmla="*/ 20 w 72"/>
                <a:gd name="T53" fmla="*/ 59 h 101"/>
                <a:gd name="T54" fmla="*/ 19 w 72"/>
                <a:gd name="T55" fmla="*/ 59 h 101"/>
                <a:gd name="T56" fmla="*/ 19 w 72"/>
                <a:gd name="T57" fmla="*/ 101 h 101"/>
                <a:gd name="T58" fmla="*/ 0 w 72"/>
                <a:gd name="T59" fmla="*/ 101 h 101"/>
                <a:gd name="T60" fmla="*/ 0 w 72"/>
                <a:gd name="T61" fmla="*/ 0 h 101"/>
                <a:gd name="T62" fmla="*/ 13 w 72"/>
                <a:gd name="T63" fmla="*/ 0 h 101"/>
                <a:gd name="T64" fmla="*/ 29 w 72"/>
                <a:gd name="T6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2" h="101">
                  <a:moveTo>
                    <a:pt x="27" y="15"/>
                  </a:moveTo>
                  <a:lnTo>
                    <a:pt x="23" y="16"/>
                  </a:lnTo>
                  <a:lnTo>
                    <a:pt x="19" y="16"/>
                  </a:lnTo>
                  <a:lnTo>
                    <a:pt x="19" y="45"/>
                  </a:lnTo>
                  <a:lnTo>
                    <a:pt x="22" y="45"/>
                  </a:lnTo>
                  <a:lnTo>
                    <a:pt x="26" y="45"/>
                  </a:lnTo>
                  <a:lnTo>
                    <a:pt x="36" y="43"/>
                  </a:lnTo>
                  <a:lnTo>
                    <a:pt x="42" y="38"/>
                  </a:lnTo>
                  <a:lnTo>
                    <a:pt x="45" y="30"/>
                  </a:lnTo>
                  <a:lnTo>
                    <a:pt x="43" y="22"/>
                  </a:lnTo>
                  <a:lnTo>
                    <a:pt x="37" y="17"/>
                  </a:lnTo>
                  <a:lnTo>
                    <a:pt x="27" y="15"/>
                  </a:lnTo>
                  <a:close/>
                  <a:moveTo>
                    <a:pt x="29" y="0"/>
                  </a:moveTo>
                  <a:lnTo>
                    <a:pt x="41" y="1"/>
                  </a:lnTo>
                  <a:lnTo>
                    <a:pt x="51" y="4"/>
                  </a:lnTo>
                  <a:lnTo>
                    <a:pt x="58" y="9"/>
                  </a:lnTo>
                  <a:lnTo>
                    <a:pt x="63" y="17"/>
                  </a:lnTo>
                  <a:lnTo>
                    <a:pt x="65" y="28"/>
                  </a:lnTo>
                  <a:lnTo>
                    <a:pt x="63" y="38"/>
                  </a:lnTo>
                  <a:lnTo>
                    <a:pt x="58" y="47"/>
                  </a:lnTo>
                  <a:lnTo>
                    <a:pt x="50" y="53"/>
                  </a:lnTo>
                  <a:lnTo>
                    <a:pt x="39" y="56"/>
                  </a:lnTo>
                  <a:lnTo>
                    <a:pt x="44" y="62"/>
                  </a:lnTo>
                  <a:lnTo>
                    <a:pt x="48" y="67"/>
                  </a:lnTo>
                  <a:lnTo>
                    <a:pt x="72" y="101"/>
                  </a:lnTo>
                  <a:lnTo>
                    <a:pt x="48" y="101"/>
                  </a:lnTo>
                  <a:lnTo>
                    <a:pt x="20" y="59"/>
                  </a:lnTo>
                  <a:lnTo>
                    <a:pt x="19" y="59"/>
                  </a:lnTo>
                  <a:lnTo>
                    <a:pt x="19" y="101"/>
                  </a:lnTo>
                  <a:lnTo>
                    <a:pt x="0" y="101"/>
                  </a:lnTo>
                  <a:lnTo>
                    <a:pt x="0" y="0"/>
                  </a:lnTo>
                  <a:lnTo>
                    <a:pt x="13" y="0"/>
                  </a:lnTo>
                  <a:lnTo>
                    <a:pt x="29"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8"/>
            <p:cNvSpPr>
              <a:spLocks noEditPoints="1"/>
            </p:cNvSpPr>
            <p:nvPr/>
          </p:nvSpPr>
          <p:spPr bwMode="auto">
            <a:xfrm>
              <a:off x="5215" y="-60"/>
              <a:ext cx="30" cy="34"/>
            </a:xfrm>
            <a:custGeom>
              <a:avLst/>
              <a:gdLst>
                <a:gd name="T0" fmla="*/ 45 w 92"/>
                <a:gd name="T1" fmla="*/ 22 h 101"/>
                <a:gd name="T2" fmla="*/ 40 w 92"/>
                <a:gd name="T3" fmla="*/ 39 h 101"/>
                <a:gd name="T4" fmla="*/ 31 w 92"/>
                <a:gd name="T5" fmla="*/ 65 h 101"/>
                <a:gd name="T6" fmla="*/ 59 w 92"/>
                <a:gd name="T7" fmla="*/ 65 h 101"/>
                <a:gd name="T8" fmla="*/ 50 w 92"/>
                <a:gd name="T9" fmla="*/ 39 h 101"/>
                <a:gd name="T10" fmla="*/ 45 w 92"/>
                <a:gd name="T11" fmla="*/ 22 h 101"/>
                <a:gd name="T12" fmla="*/ 45 w 92"/>
                <a:gd name="T13" fmla="*/ 22 h 101"/>
                <a:gd name="T14" fmla="*/ 35 w 92"/>
                <a:gd name="T15" fmla="*/ 0 h 101"/>
                <a:gd name="T16" fmla="*/ 57 w 92"/>
                <a:gd name="T17" fmla="*/ 0 h 101"/>
                <a:gd name="T18" fmla="*/ 92 w 92"/>
                <a:gd name="T19" fmla="*/ 101 h 101"/>
                <a:gd name="T20" fmla="*/ 71 w 92"/>
                <a:gd name="T21" fmla="*/ 101 h 101"/>
                <a:gd name="T22" fmla="*/ 64 w 92"/>
                <a:gd name="T23" fmla="*/ 80 h 101"/>
                <a:gd name="T24" fmla="*/ 26 w 92"/>
                <a:gd name="T25" fmla="*/ 80 h 101"/>
                <a:gd name="T26" fmla="*/ 19 w 92"/>
                <a:gd name="T27" fmla="*/ 101 h 101"/>
                <a:gd name="T28" fmla="*/ 0 w 92"/>
                <a:gd name="T29" fmla="*/ 101 h 101"/>
                <a:gd name="T30" fmla="*/ 35 w 92"/>
                <a:gd name="T31"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2" h="101">
                  <a:moveTo>
                    <a:pt x="45" y="22"/>
                  </a:moveTo>
                  <a:lnTo>
                    <a:pt x="40" y="39"/>
                  </a:lnTo>
                  <a:lnTo>
                    <a:pt x="31" y="65"/>
                  </a:lnTo>
                  <a:lnTo>
                    <a:pt x="59" y="65"/>
                  </a:lnTo>
                  <a:lnTo>
                    <a:pt x="50" y="39"/>
                  </a:lnTo>
                  <a:lnTo>
                    <a:pt x="45" y="22"/>
                  </a:lnTo>
                  <a:lnTo>
                    <a:pt x="45" y="22"/>
                  </a:lnTo>
                  <a:close/>
                  <a:moveTo>
                    <a:pt x="35" y="0"/>
                  </a:moveTo>
                  <a:lnTo>
                    <a:pt x="57" y="0"/>
                  </a:lnTo>
                  <a:lnTo>
                    <a:pt x="92" y="101"/>
                  </a:lnTo>
                  <a:lnTo>
                    <a:pt x="71" y="101"/>
                  </a:lnTo>
                  <a:lnTo>
                    <a:pt x="64" y="80"/>
                  </a:lnTo>
                  <a:lnTo>
                    <a:pt x="26" y="80"/>
                  </a:lnTo>
                  <a:lnTo>
                    <a:pt x="19" y="101"/>
                  </a:lnTo>
                  <a:lnTo>
                    <a:pt x="0" y="101"/>
                  </a:lnTo>
                  <a:lnTo>
                    <a:pt x="3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 name="Freeform 29"/>
            <p:cNvSpPr>
              <a:spLocks/>
            </p:cNvSpPr>
            <p:nvPr/>
          </p:nvSpPr>
          <p:spPr bwMode="auto">
            <a:xfrm>
              <a:off x="5247" y="-60"/>
              <a:ext cx="24" cy="34"/>
            </a:xfrm>
            <a:custGeom>
              <a:avLst/>
              <a:gdLst>
                <a:gd name="T0" fmla="*/ 0 w 71"/>
                <a:gd name="T1" fmla="*/ 0 h 101"/>
                <a:gd name="T2" fmla="*/ 71 w 71"/>
                <a:gd name="T3" fmla="*/ 0 h 101"/>
                <a:gd name="T4" fmla="*/ 71 w 71"/>
                <a:gd name="T5" fmla="*/ 17 h 101"/>
                <a:gd name="T6" fmla="*/ 45 w 71"/>
                <a:gd name="T7" fmla="*/ 17 h 101"/>
                <a:gd name="T8" fmla="*/ 45 w 71"/>
                <a:gd name="T9" fmla="*/ 101 h 101"/>
                <a:gd name="T10" fmla="*/ 25 w 71"/>
                <a:gd name="T11" fmla="*/ 101 h 101"/>
                <a:gd name="T12" fmla="*/ 25 w 71"/>
                <a:gd name="T13" fmla="*/ 17 h 101"/>
                <a:gd name="T14" fmla="*/ 0 w 71"/>
                <a:gd name="T15" fmla="*/ 17 h 101"/>
                <a:gd name="T16" fmla="*/ 0 w 71"/>
                <a:gd name="T1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101">
                  <a:moveTo>
                    <a:pt x="0" y="0"/>
                  </a:moveTo>
                  <a:lnTo>
                    <a:pt x="71" y="0"/>
                  </a:lnTo>
                  <a:lnTo>
                    <a:pt x="71" y="17"/>
                  </a:lnTo>
                  <a:lnTo>
                    <a:pt x="45" y="17"/>
                  </a:lnTo>
                  <a:lnTo>
                    <a:pt x="45" y="101"/>
                  </a:lnTo>
                  <a:lnTo>
                    <a:pt x="25" y="101"/>
                  </a:lnTo>
                  <a:lnTo>
                    <a:pt x="25" y="17"/>
                  </a:lnTo>
                  <a:lnTo>
                    <a:pt x="0" y="17"/>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1" name="Freeform 30"/>
            <p:cNvSpPr>
              <a:spLocks/>
            </p:cNvSpPr>
            <p:nvPr/>
          </p:nvSpPr>
          <p:spPr bwMode="auto">
            <a:xfrm>
              <a:off x="5341" y="-60"/>
              <a:ext cx="28" cy="34"/>
            </a:xfrm>
            <a:custGeom>
              <a:avLst/>
              <a:gdLst>
                <a:gd name="T0" fmla="*/ 0 w 83"/>
                <a:gd name="T1" fmla="*/ 0 h 101"/>
                <a:gd name="T2" fmla="*/ 21 w 83"/>
                <a:gd name="T3" fmla="*/ 0 h 101"/>
                <a:gd name="T4" fmla="*/ 34 w 83"/>
                <a:gd name="T5" fmla="*/ 29 h 101"/>
                <a:gd name="T6" fmla="*/ 41 w 83"/>
                <a:gd name="T7" fmla="*/ 46 h 101"/>
                <a:gd name="T8" fmla="*/ 41 w 83"/>
                <a:gd name="T9" fmla="*/ 46 h 101"/>
                <a:gd name="T10" fmla="*/ 45 w 83"/>
                <a:gd name="T11" fmla="*/ 37 h 101"/>
                <a:gd name="T12" fmla="*/ 49 w 83"/>
                <a:gd name="T13" fmla="*/ 27 h 101"/>
                <a:gd name="T14" fmla="*/ 62 w 83"/>
                <a:gd name="T15" fmla="*/ 0 h 101"/>
                <a:gd name="T16" fmla="*/ 83 w 83"/>
                <a:gd name="T17" fmla="*/ 0 h 101"/>
                <a:gd name="T18" fmla="*/ 50 w 83"/>
                <a:gd name="T19" fmla="*/ 65 h 101"/>
                <a:gd name="T20" fmla="*/ 50 w 83"/>
                <a:gd name="T21" fmla="*/ 101 h 101"/>
                <a:gd name="T22" fmla="*/ 31 w 83"/>
                <a:gd name="T23" fmla="*/ 101 h 101"/>
                <a:gd name="T24" fmla="*/ 31 w 83"/>
                <a:gd name="T25" fmla="*/ 65 h 101"/>
                <a:gd name="T26" fmla="*/ 0 w 83"/>
                <a:gd name="T2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3" h="101">
                  <a:moveTo>
                    <a:pt x="0" y="0"/>
                  </a:moveTo>
                  <a:lnTo>
                    <a:pt x="21" y="0"/>
                  </a:lnTo>
                  <a:lnTo>
                    <a:pt x="34" y="29"/>
                  </a:lnTo>
                  <a:lnTo>
                    <a:pt x="41" y="46"/>
                  </a:lnTo>
                  <a:lnTo>
                    <a:pt x="41" y="46"/>
                  </a:lnTo>
                  <a:lnTo>
                    <a:pt x="45" y="37"/>
                  </a:lnTo>
                  <a:lnTo>
                    <a:pt x="49" y="27"/>
                  </a:lnTo>
                  <a:lnTo>
                    <a:pt x="62" y="0"/>
                  </a:lnTo>
                  <a:lnTo>
                    <a:pt x="83" y="0"/>
                  </a:lnTo>
                  <a:lnTo>
                    <a:pt x="50" y="65"/>
                  </a:lnTo>
                  <a:lnTo>
                    <a:pt x="50" y="101"/>
                  </a:lnTo>
                  <a:lnTo>
                    <a:pt x="31" y="101"/>
                  </a:lnTo>
                  <a:lnTo>
                    <a:pt x="31" y="65"/>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 name="Freeform 31"/>
            <p:cNvSpPr>
              <a:spLocks noEditPoints="1"/>
            </p:cNvSpPr>
            <p:nvPr/>
          </p:nvSpPr>
          <p:spPr bwMode="auto">
            <a:xfrm>
              <a:off x="4505" y="-230"/>
              <a:ext cx="115" cy="132"/>
            </a:xfrm>
            <a:custGeom>
              <a:avLst/>
              <a:gdLst>
                <a:gd name="T0" fmla="*/ 170 w 345"/>
                <a:gd name="T1" fmla="*/ 48 h 398"/>
                <a:gd name="T2" fmla="*/ 162 w 345"/>
                <a:gd name="T3" fmla="*/ 77 h 398"/>
                <a:gd name="T4" fmla="*/ 152 w 345"/>
                <a:gd name="T5" fmla="*/ 106 h 398"/>
                <a:gd name="T6" fmla="*/ 95 w 345"/>
                <a:gd name="T7" fmla="*/ 264 h 398"/>
                <a:gd name="T8" fmla="*/ 246 w 345"/>
                <a:gd name="T9" fmla="*/ 264 h 398"/>
                <a:gd name="T10" fmla="*/ 189 w 345"/>
                <a:gd name="T11" fmla="*/ 107 h 398"/>
                <a:gd name="T12" fmla="*/ 179 w 345"/>
                <a:gd name="T13" fmla="*/ 78 h 398"/>
                <a:gd name="T14" fmla="*/ 171 w 345"/>
                <a:gd name="T15" fmla="*/ 48 h 398"/>
                <a:gd name="T16" fmla="*/ 170 w 345"/>
                <a:gd name="T17" fmla="*/ 48 h 398"/>
                <a:gd name="T18" fmla="*/ 148 w 345"/>
                <a:gd name="T19" fmla="*/ 0 h 398"/>
                <a:gd name="T20" fmla="*/ 197 w 345"/>
                <a:gd name="T21" fmla="*/ 0 h 398"/>
                <a:gd name="T22" fmla="*/ 345 w 345"/>
                <a:gd name="T23" fmla="*/ 398 h 398"/>
                <a:gd name="T24" fmla="*/ 293 w 345"/>
                <a:gd name="T25" fmla="*/ 398 h 398"/>
                <a:gd name="T26" fmla="*/ 259 w 345"/>
                <a:gd name="T27" fmla="*/ 300 h 398"/>
                <a:gd name="T28" fmla="*/ 81 w 345"/>
                <a:gd name="T29" fmla="*/ 300 h 398"/>
                <a:gd name="T30" fmla="*/ 46 w 345"/>
                <a:gd name="T31" fmla="*/ 398 h 398"/>
                <a:gd name="T32" fmla="*/ 0 w 345"/>
                <a:gd name="T33" fmla="*/ 398 h 398"/>
                <a:gd name="T34" fmla="*/ 148 w 345"/>
                <a:gd name="T35" fmla="*/ 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5" h="398">
                  <a:moveTo>
                    <a:pt x="170" y="48"/>
                  </a:moveTo>
                  <a:lnTo>
                    <a:pt x="162" y="77"/>
                  </a:lnTo>
                  <a:lnTo>
                    <a:pt x="152" y="106"/>
                  </a:lnTo>
                  <a:lnTo>
                    <a:pt x="95" y="264"/>
                  </a:lnTo>
                  <a:lnTo>
                    <a:pt x="246" y="264"/>
                  </a:lnTo>
                  <a:lnTo>
                    <a:pt x="189" y="107"/>
                  </a:lnTo>
                  <a:lnTo>
                    <a:pt x="179" y="78"/>
                  </a:lnTo>
                  <a:lnTo>
                    <a:pt x="171" y="48"/>
                  </a:lnTo>
                  <a:lnTo>
                    <a:pt x="170" y="48"/>
                  </a:lnTo>
                  <a:close/>
                  <a:moveTo>
                    <a:pt x="148" y="0"/>
                  </a:moveTo>
                  <a:lnTo>
                    <a:pt x="197" y="0"/>
                  </a:lnTo>
                  <a:lnTo>
                    <a:pt x="345" y="398"/>
                  </a:lnTo>
                  <a:lnTo>
                    <a:pt x="293" y="398"/>
                  </a:lnTo>
                  <a:lnTo>
                    <a:pt x="259" y="300"/>
                  </a:lnTo>
                  <a:lnTo>
                    <a:pt x="81" y="300"/>
                  </a:lnTo>
                  <a:lnTo>
                    <a:pt x="46" y="398"/>
                  </a:lnTo>
                  <a:lnTo>
                    <a:pt x="0" y="398"/>
                  </a:lnTo>
                  <a:lnTo>
                    <a:pt x="14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3" name="Freeform 32"/>
            <p:cNvSpPr>
              <a:spLocks/>
            </p:cNvSpPr>
            <p:nvPr/>
          </p:nvSpPr>
          <p:spPr bwMode="auto">
            <a:xfrm>
              <a:off x="4633" y="-197"/>
              <a:ext cx="47" cy="99"/>
            </a:xfrm>
            <a:custGeom>
              <a:avLst/>
              <a:gdLst>
                <a:gd name="T0" fmla="*/ 119 w 141"/>
                <a:gd name="T1" fmla="*/ 0 h 299"/>
                <a:gd name="T2" fmla="*/ 141 w 141"/>
                <a:gd name="T3" fmla="*/ 0 h 299"/>
                <a:gd name="T4" fmla="*/ 139 w 141"/>
                <a:gd name="T5" fmla="*/ 44 h 299"/>
                <a:gd name="T6" fmla="*/ 119 w 141"/>
                <a:gd name="T7" fmla="*/ 42 h 299"/>
                <a:gd name="T8" fmla="*/ 101 w 141"/>
                <a:gd name="T9" fmla="*/ 45 h 299"/>
                <a:gd name="T10" fmla="*/ 86 w 141"/>
                <a:gd name="T11" fmla="*/ 53 h 299"/>
                <a:gd name="T12" fmla="*/ 73 w 141"/>
                <a:gd name="T13" fmla="*/ 64 h 299"/>
                <a:gd name="T14" fmla="*/ 62 w 141"/>
                <a:gd name="T15" fmla="*/ 79 h 299"/>
                <a:gd name="T16" fmla="*/ 54 w 141"/>
                <a:gd name="T17" fmla="*/ 99 h 299"/>
                <a:gd name="T18" fmla="*/ 48 w 141"/>
                <a:gd name="T19" fmla="*/ 123 h 299"/>
                <a:gd name="T20" fmla="*/ 45 w 141"/>
                <a:gd name="T21" fmla="*/ 151 h 299"/>
                <a:gd name="T22" fmla="*/ 44 w 141"/>
                <a:gd name="T23" fmla="*/ 182 h 299"/>
                <a:gd name="T24" fmla="*/ 44 w 141"/>
                <a:gd name="T25" fmla="*/ 299 h 299"/>
                <a:gd name="T26" fmla="*/ 0 w 141"/>
                <a:gd name="T27" fmla="*/ 299 h 299"/>
                <a:gd name="T28" fmla="*/ 0 w 141"/>
                <a:gd name="T29" fmla="*/ 5 h 299"/>
                <a:gd name="T30" fmla="*/ 43 w 141"/>
                <a:gd name="T31" fmla="*/ 5 h 299"/>
                <a:gd name="T32" fmla="*/ 43 w 141"/>
                <a:gd name="T33" fmla="*/ 27 h 299"/>
                <a:gd name="T34" fmla="*/ 40 w 141"/>
                <a:gd name="T35" fmla="*/ 53 h 299"/>
                <a:gd name="T36" fmla="*/ 37 w 141"/>
                <a:gd name="T37" fmla="*/ 79 h 299"/>
                <a:gd name="T38" fmla="*/ 37 w 141"/>
                <a:gd name="T39" fmla="*/ 79 h 299"/>
                <a:gd name="T40" fmla="*/ 43 w 141"/>
                <a:gd name="T41" fmla="*/ 63 h 299"/>
                <a:gd name="T42" fmla="*/ 50 w 141"/>
                <a:gd name="T43" fmla="*/ 48 h 299"/>
                <a:gd name="T44" fmla="*/ 59 w 141"/>
                <a:gd name="T45" fmla="*/ 34 h 299"/>
                <a:gd name="T46" fmla="*/ 71 w 141"/>
                <a:gd name="T47" fmla="*/ 21 h 299"/>
                <a:gd name="T48" fmla="*/ 84 w 141"/>
                <a:gd name="T49" fmla="*/ 11 h 299"/>
                <a:gd name="T50" fmla="*/ 101 w 141"/>
                <a:gd name="T51" fmla="*/ 3 h 299"/>
                <a:gd name="T52" fmla="*/ 119 w 141"/>
                <a:gd name="T53" fmla="*/ 0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1" h="299">
                  <a:moveTo>
                    <a:pt x="119" y="0"/>
                  </a:moveTo>
                  <a:lnTo>
                    <a:pt x="141" y="0"/>
                  </a:lnTo>
                  <a:lnTo>
                    <a:pt x="139" y="44"/>
                  </a:lnTo>
                  <a:lnTo>
                    <a:pt x="119" y="42"/>
                  </a:lnTo>
                  <a:lnTo>
                    <a:pt x="101" y="45"/>
                  </a:lnTo>
                  <a:lnTo>
                    <a:pt x="86" y="53"/>
                  </a:lnTo>
                  <a:lnTo>
                    <a:pt x="73" y="64"/>
                  </a:lnTo>
                  <a:lnTo>
                    <a:pt x="62" y="79"/>
                  </a:lnTo>
                  <a:lnTo>
                    <a:pt x="54" y="99"/>
                  </a:lnTo>
                  <a:lnTo>
                    <a:pt x="48" y="123"/>
                  </a:lnTo>
                  <a:lnTo>
                    <a:pt x="45" y="151"/>
                  </a:lnTo>
                  <a:lnTo>
                    <a:pt x="44" y="182"/>
                  </a:lnTo>
                  <a:lnTo>
                    <a:pt x="44" y="299"/>
                  </a:lnTo>
                  <a:lnTo>
                    <a:pt x="0" y="299"/>
                  </a:lnTo>
                  <a:lnTo>
                    <a:pt x="0" y="5"/>
                  </a:lnTo>
                  <a:lnTo>
                    <a:pt x="43" y="5"/>
                  </a:lnTo>
                  <a:lnTo>
                    <a:pt x="43" y="27"/>
                  </a:lnTo>
                  <a:lnTo>
                    <a:pt x="40" y="53"/>
                  </a:lnTo>
                  <a:lnTo>
                    <a:pt x="37" y="79"/>
                  </a:lnTo>
                  <a:lnTo>
                    <a:pt x="37" y="79"/>
                  </a:lnTo>
                  <a:lnTo>
                    <a:pt x="43" y="63"/>
                  </a:lnTo>
                  <a:lnTo>
                    <a:pt x="50" y="48"/>
                  </a:lnTo>
                  <a:lnTo>
                    <a:pt x="59" y="34"/>
                  </a:lnTo>
                  <a:lnTo>
                    <a:pt x="71" y="21"/>
                  </a:lnTo>
                  <a:lnTo>
                    <a:pt x="84" y="11"/>
                  </a:lnTo>
                  <a:lnTo>
                    <a:pt x="101" y="3"/>
                  </a:lnTo>
                  <a:lnTo>
                    <a:pt x="119"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4" name="Freeform 33"/>
            <p:cNvSpPr>
              <a:spLocks noEditPoints="1"/>
            </p:cNvSpPr>
            <p:nvPr/>
          </p:nvSpPr>
          <p:spPr bwMode="auto">
            <a:xfrm>
              <a:off x="4684" y="-197"/>
              <a:ext cx="94" cy="151"/>
            </a:xfrm>
            <a:custGeom>
              <a:avLst/>
              <a:gdLst>
                <a:gd name="T0" fmla="*/ 56 w 282"/>
                <a:gd name="T1" fmla="*/ 325 h 453"/>
                <a:gd name="T2" fmla="*/ 47 w 282"/>
                <a:gd name="T3" fmla="*/ 375 h 453"/>
                <a:gd name="T4" fmla="*/ 76 w 282"/>
                <a:gd name="T5" fmla="*/ 406 h 453"/>
                <a:gd name="T6" fmla="*/ 131 w 282"/>
                <a:gd name="T7" fmla="*/ 417 h 453"/>
                <a:gd name="T8" fmla="*/ 198 w 282"/>
                <a:gd name="T9" fmla="*/ 403 h 453"/>
                <a:gd name="T10" fmla="*/ 230 w 282"/>
                <a:gd name="T11" fmla="*/ 367 h 453"/>
                <a:gd name="T12" fmla="*/ 225 w 282"/>
                <a:gd name="T13" fmla="*/ 323 h 453"/>
                <a:gd name="T14" fmla="*/ 186 w 282"/>
                <a:gd name="T15" fmla="*/ 302 h 453"/>
                <a:gd name="T16" fmla="*/ 95 w 282"/>
                <a:gd name="T17" fmla="*/ 300 h 453"/>
                <a:gd name="T18" fmla="*/ 116 w 282"/>
                <a:gd name="T19" fmla="*/ 36 h 453"/>
                <a:gd name="T20" fmla="*/ 70 w 282"/>
                <a:gd name="T21" fmla="*/ 61 h 453"/>
                <a:gd name="T22" fmla="*/ 54 w 282"/>
                <a:gd name="T23" fmla="*/ 109 h 453"/>
                <a:gd name="T24" fmla="*/ 70 w 282"/>
                <a:gd name="T25" fmla="*/ 158 h 453"/>
                <a:gd name="T26" fmla="*/ 114 w 282"/>
                <a:gd name="T27" fmla="*/ 181 h 453"/>
                <a:gd name="T28" fmla="*/ 170 w 282"/>
                <a:gd name="T29" fmla="*/ 176 h 453"/>
                <a:gd name="T30" fmla="*/ 206 w 282"/>
                <a:gd name="T31" fmla="*/ 144 h 453"/>
                <a:gd name="T32" fmla="*/ 211 w 282"/>
                <a:gd name="T33" fmla="*/ 89 h 453"/>
                <a:gd name="T34" fmla="*/ 186 w 282"/>
                <a:gd name="T35" fmla="*/ 48 h 453"/>
                <a:gd name="T36" fmla="*/ 136 w 282"/>
                <a:gd name="T37" fmla="*/ 34 h 453"/>
                <a:gd name="T38" fmla="*/ 168 w 282"/>
                <a:gd name="T39" fmla="*/ 2 h 453"/>
                <a:gd name="T40" fmla="*/ 192 w 282"/>
                <a:gd name="T41" fmla="*/ 4 h 453"/>
                <a:gd name="T42" fmla="*/ 218 w 282"/>
                <a:gd name="T43" fmla="*/ 5 h 453"/>
                <a:gd name="T44" fmla="*/ 247 w 282"/>
                <a:gd name="T45" fmla="*/ 40 h 453"/>
                <a:gd name="T46" fmla="*/ 230 w 282"/>
                <a:gd name="T47" fmla="*/ 39 h 453"/>
                <a:gd name="T48" fmla="*/ 229 w 282"/>
                <a:gd name="T49" fmla="*/ 40 h 453"/>
                <a:gd name="T50" fmla="*/ 255 w 282"/>
                <a:gd name="T51" fmla="*/ 84 h 453"/>
                <a:gd name="T52" fmla="*/ 251 w 282"/>
                <a:gd name="T53" fmla="*/ 144 h 453"/>
                <a:gd name="T54" fmla="*/ 218 w 282"/>
                <a:gd name="T55" fmla="*/ 190 h 453"/>
                <a:gd name="T56" fmla="*/ 157 w 282"/>
                <a:gd name="T57" fmla="*/ 213 h 453"/>
                <a:gd name="T58" fmla="*/ 101 w 282"/>
                <a:gd name="T59" fmla="*/ 213 h 453"/>
                <a:gd name="T60" fmla="*/ 73 w 282"/>
                <a:gd name="T61" fmla="*/ 222 h 453"/>
                <a:gd name="T62" fmla="*/ 69 w 282"/>
                <a:gd name="T63" fmla="*/ 246 h 453"/>
                <a:gd name="T64" fmla="*/ 101 w 282"/>
                <a:gd name="T65" fmla="*/ 261 h 453"/>
                <a:gd name="T66" fmla="*/ 204 w 282"/>
                <a:gd name="T67" fmla="*/ 264 h 453"/>
                <a:gd name="T68" fmla="*/ 258 w 282"/>
                <a:gd name="T69" fmla="*/ 291 h 453"/>
                <a:gd name="T70" fmla="*/ 276 w 282"/>
                <a:gd name="T71" fmla="*/ 344 h 453"/>
                <a:gd name="T72" fmla="*/ 252 w 282"/>
                <a:gd name="T73" fmla="*/ 407 h 453"/>
                <a:gd name="T74" fmla="*/ 185 w 282"/>
                <a:gd name="T75" fmla="*/ 445 h 453"/>
                <a:gd name="T76" fmla="*/ 95 w 282"/>
                <a:gd name="T77" fmla="*/ 452 h 453"/>
                <a:gd name="T78" fmla="*/ 33 w 282"/>
                <a:gd name="T79" fmla="*/ 431 h 453"/>
                <a:gd name="T80" fmla="*/ 2 w 282"/>
                <a:gd name="T81" fmla="*/ 387 h 453"/>
                <a:gd name="T82" fmla="*/ 10 w 282"/>
                <a:gd name="T83" fmla="*/ 327 h 453"/>
                <a:gd name="T84" fmla="*/ 51 w 282"/>
                <a:gd name="T85" fmla="*/ 289 h 453"/>
                <a:gd name="T86" fmla="*/ 23 w 282"/>
                <a:gd name="T87" fmla="*/ 260 h 453"/>
                <a:gd name="T88" fmla="*/ 30 w 282"/>
                <a:gd name="T89" fmla="*/ 218 h 453"/>
                <a:gd name="T90" fmla="*/ 38 w 282"/>
                <a:gd name="T91" fmla="*/ 187 h 453"/>
                <a:gd name="T92" fmla="*/ 12 w 282"/>
                <a:gd name="T93" fmla="*/ 136 h 453"/>
                <a:gd name="T94" fmla="*/ 19 w 282"/>
                <a:gd name="T95" fmla="*/ 69 h 453"/>
                <a:gd name="T96" fmla="*/ 62 w 282"/>
                <a:gd name="T97" fmla="*/ 20 h 453"/>
                <a:gd name="T98" fmla="*/ 138 w 282"/>
                <a:gd name="T99" fmla="*/ 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2" h="453">
                  <a:moveTo>
                    <a:pt x="86" y="300"/>
                  </a:moveTo>
                  <a:lnTo>
                    <a:pt x="69" y="311"/>
                  </a:lnTo>
                  <a:lnTo>
                    <a:pt x="56" y="325"/>
                  </a:lnTo>
                  <a:lnTo>
                    <a:pt x="47" y="341"/>
                  </a:lnTo>
                  <a:lnTo>
                    <a:pt x="44" y="358"/>
                  </a:lnTo>
                  <a:lnTo>
                    <a:pt x="47" y="375"/>
                  </a:lnTo>
                  <a:lnTo>
                    <a:pt x="53" y="387"/>
                  </a:lnTo>
                  <a:lnTo>
                    <a:pt x="63" y="398"/>
                  </a:lnTo>
                  <a:lnTo>
                    <a:pt x="76" y="406"/>
                  </a:lnTo>
                  <a:lnTo>
                    <a:pt x="91" y="412"/>
                  </a:lnTo>
                  <a:lnTo>
                    <a:pt x="111" y="416"/>
                  </a:lnTo>
                  <a:lnTo>
                    <a:pt x="131" y="417"/>
                  </a:lnTo>
                  <a:lnTo>
                    <a:pt x="156" y="415"/>
                  </a:lnTo>
                  <a:lnTo>
                    <a:pt x="179" y="411"/>
                  </a:lnTo>
                  <a:lnTo>
                    <a:pt x="198" y="403"/>
                  </a:lnTo>
                  <a:lnTo>
                    <a:pt x="212" y="393"/>
                  </a:lnTo>
                  <a:lnTo>
                    <a:pt x="223" y="381"/>
                  </a:lnTo>
                  <a:lnTo>
                    <a:pt x="230" y="367"/>
                  </a:lnTo>
                  <a:lnTo>
                    <a:pt x="232" y="350"/>
                  </a:lnTo>
                  <a:lnTo>
                    <a:pt x="231" y="336"/>
                  </a:lnTo>
                  <a:lnTo>
                    <a:pt x="225" y="323"/>
                  </a:lnTo>
                  <a:lnTo>
                    <a:pt x="216" y="314"/>
                  </a:lnTo>
                  <a:lnTo>
                    <a:pt x="203" y="306"/>
                  </a:lnTo>
                  <a:lnTo>
                    <a:pt x="186" y="302"/>
                  </a:lnTo>
                  <a:lnTo>
                    <a:pt x="166" y="300"/>
                  </a:lnTo>
                  <a:lnTo>
                    <a:pt x="105" y="300"/>
                  </a:lnTo>
                  <a:lnTo>
                    <a:pt x="95" y="300"/>
                  </a:lnTo>
                  <a:lnTo>
                    <a:pt x="86" y="300"/>
                  </a:lnTo>
                  <a:close/>
                  <a:moveTo>
                    <a:pt x="136" y="34"/>
                  </a:moveTo>
                  <a:lnTo>
                    <a:pt x="116" y="36"/>
                  </a:lnTo>
                  <a:lnTo>
                    <a:pt x="97" y="41"/>
                  </a:lnTo>
                  <a:lnTo>
                    <a:pt x="82" y="50"/>
                  </a:lnTo>
                  <a:lnTo>
                    <a:pt x="70" y="61"/>
                  </a:lnTo>
                  <a:lnTo>
                    <a:pt x="61" y="75"/>
                  </a:lnTo>
                  <a:lnTo>
                    <a:pt x="56" y="91"/>
                  </a:lnTo>
                  <a:lnTo>
                    <a:pt x="54" y="109"/>
                  </a:lnTo>
                  <a:lnTo>
                    <a:pt x="56" y="128"/>
                  </a:lnTo>
                  <a:lnTo>
                    <a:pt x="61" y="144"/>
                  </a:lnTo>
                  <a:lnTo>
                    <a:pt x="70" y="158"/>
                  </a:lnTo>
                  <a:lnTo>
                    <a:pt x="81" y="168"/>
                  </a:lnTo>
                  <a:lnTo>
                    <a:pt x="95" y="176"/>
                  </a:lnTo>
                  <a:lnTo>
                    <a:pt x="114" y="181"/>
                  </a:lnTo>
                  <a:lnTo>
                    <a:pt x="134" y="182"/>
                  </a:lnTo>
                  <a:lnTo>
                    <a:pt x="153" y="181"/>
                  </a:lnTo>
                  <a:lnTo>
                    <a:pt x="170" y="176"/>
                  </a:lnTo>
                  <a:lnTo>
                    <a:pt x="185" y="168"/>
                  </a:lnTo>
                  <a:lnTo>
                    <a:pt x="197" y="158"/>
                  </a:lnTo>
                  <a:lnTo>
                    <a:pt x="206" y="144"/>
                  </a:lnTo>
                  <a:lnTo>
                    <a:pt x="211" y="128"/>
                  </a:lnTo>
                  <a:lnTo>
                    <a:pt x="213" y="109"/>
                  </a:lnTo>
                  <a:lnTo>
                    <a:pt x="211" y="89"/>
                  </a:lnTo>
                  <a:lnTo>
                    <a:pt x="206" y="73"/>
                  </a:lnTo>
                  <a:lnTo>
                    <a:pt x="198" y="59"/>
                  </a:lnTo>
                  <a:lnTo>
                    <a:pt x="186" y="48"/>
                  </a:lnTo>
                  <a:lnTo>
                    <a:pt x="172" y="41"/>
                  </a:lnTo>
                  <a:lnTo>
                    <a:pt x="155" y="36"/>
                  </a:lnTo>
                  <a:lnTo>
                    <a:pt x="136" y="34"/>
                  </a:lnTo>
                  <a:close/>
                  <a:moveTo>
                    <a:pt x="138" y="0"/>
                  </a:moveTo>
                  <a:lnTo>
                    <a:pt x="154" y="1"/>
                  </a:lnTo>
                  <a:lnTo>
                    <a:pt x="168" y="2"/>
                  </a:lnTo>
                  <a:lnTo>
                    <a:pt x="173" y="3"/>
                  </a:lnTo>
                  <a:lnTo>
                    <a:pt x="181" y="3"/>
                  </a:lnTo>
                  <a:lnTo>
                    <a:pt x="192" y="4"/>
                  </a:lnTo>
                  <a:lnTo>
                    <a:pt x="203" y="5"/>
                  </a:lnTo>
                  <a:lnTo>
                    <a:pt x="212" y="5"/>
                  </a:lnTo>
                  <a:lnTo>
                    <a:pt x="218" y="5"/>
                  </a:lnTo>
                  <a:lnTo>
                    <a:pt x="282" y="5"/>
                  </a:lnTo>
                  <a:lnTo>
                    <a:pt x="282" y="40"/>
                  </a:lnTo>
                  <a:lnTo>
                    <a:pt x="247" y="40"/>
                  </a:lnTo>
                  <a:lnTo>
                    <a:pt x="243" y="40"/>
                  </a:lnTo>
                  <a:lnTo>
                    <a:pt x="236" y="39"/>
                  </a:lnTo>
                  <a:lnTo>
                    <a:pt x="230" y="39"/>
                  </a:lnTo>
                  <a:lnTo>
                    <a:pt x="227" y="39"/>
                  </a:lnTo>
                  <a:lnTo>
                    <a:pt x="228" y="39"/>
                  </a:lnTo>
                  <a:lnTo>
                    <a:pt x="229" y="40"/>
                  </a:lnTo>
                  <a:lnTo>
                    <a:pt x="240" y="52"/>
                  </a:lnTo>
                  <a:lnTo>
                    <a:pt x="249" y="67"/>
                  </a:lnTo>
                  <a:lnTo>
                    <a:pt x="255" y="84"/>
                  </a:lnTo>
                  <a:lnTo>
                    <a:pt x="257" y="104"/>
                  </a:lnTo>
                  <a:lnTo>
                    <a:pt x="255" y="125"/>
                  </a:lnTo>
                  <a:lnTo>
                    <a:pt x="251" y="144"/>
                  </a:lnTo>
                  <a:lnTo>
                    <a:pt x="243" y="161"/>
                  </a:lnTo>
                  <a:lnTo>
                    <a:pt x="232" y="177"/>
                  </a:lnTo>
                  <a:lnTo>
                    <a:pt x="218" y="190"/>
                  </a:lnTo>
                  <a:lnTo>
                    <a:pt x="200" y="200"/>
                  </a:lnTo>
                  <a:lnTo>
                    <a:pt x="180" y="208"/>
                  </a:lnTo>
                  <a:lnTo>
                    <a:pt x="157" y="213"/>
                  </a:lnTo>
                  <a:lnTo>
                    <a:pt x="130" y="215"/>
                  </a:lnTo>
                  <a:lnTo>
                    <a:pt x="116" y="214"/>
                  </a:lnTo>
                  <a:lnTo>
                    <a:pt x="101" y="213"/>
                  </a:lnTo>
                  <a:lnTo>
                    <a:pt x="89" y="211"/>
                  </a:lnTo>
                  <a:lnTo>
                    <a:pt x="79" y="216"/>
                  </a:lnTo>
                  <a:lnTo>
                    <a:pt x="73" y="222"/>
                  </a:lnTo>
                  <a:lnTo>
                    <a:pt x="69" y="230"/>
                  </a:lnTo>
                  <a:lnTo>
                    <a:pt x="67" y="237"/>
                  </a:lnTo>
                  <a:lnTo>
                    <a:pt x="69" y="246"/>
                  </a:lnTo>
                  <a:lnTo>
                    <a:pt x="75" y="253"/>
                  </a:lnTo>
                  <a:lnTo>
                    <a:pt x="86" y="258"/>
                  </a:lnTo>
                  <a:lnTo>
                    <a:pt x="101" y="261"/>
                  </a:lnTo>
                  <a:lnTo>
                    <a:pt x="121" y="262"/>
                  </a:lnTo>
                  <a:lnTo>
                    <a:pt x="178" y="262"/>
                  </a:lnTo>
                  <a:lnTo>
                    <a:pt x="204" y="264"/>
                  </a:lnTo>
                  <a:lnTo>
                    <a:pt x="225" y="269"/>
                  </a:lnTo>
                  <a:lnTo>
                    <a:pt x="244" y="278"/>
                  </a:lnTo>
                  <a:lnTo>
                    <a:pt x="258" y="291"/>
                  </a:lnTo>
                  <a:lnTo>
                    <a:pt x="268" y="306"/>
                  </a:lnTo>
                  <a:lnTo>
                    <a:pt x="274" y="324"/>
                  </a:lnTo>
                  <a:lnTo>
                    <a:pt x="276" y="344"/>
                  </a:lnTo>
                  <a:lnTo>
                    <a:pt x="274" y="368"/>
                  </a:lnTo>
                  <a:lnTo>
                    <a:pt x="265" y="388"/>
                  </a:lnTo>
                  <a:lnTo>
                    <a:pt x="252" y="407"/>
                  </a:lnTo>
                  <a:lnTo>
                    <a:pt x="233" y="422"/>
                  </a:lnTo>
                  <a:lnTo>
                    <a:pt x="211" y="435"/>
                  </a:lnTo>
                  <a:lnTo>
                    <a:pt x="185" y="445"/>
                  </a:lnTo>
                  <a:lnTo>
                    <a:pt x="155" y="451"/>
                  </a:lnTo>
                  <a:lnTo>
                    <a:pt x="123" y="453"/>
                  </a:lnTo>
                  <a:lnTo>
                    <a:pt x="95" y="452"/>
                  </a:lnTo>
                  <a:lnTo>
                    <a:pt x="72" y="447"/>
                  </a:lnTo>
                  <a:lnTo>
                    <a:pt x="51" y="441"/>
                  </a:lnTo>
                  <a:lnTo>
                    <a:pt x="33" y="431"/>
                  </a:lnTo>
                  <a:lnTo>
                    <a:pt x="19" y="419"/>
                  </a:lnTo>
                  <a:lnTo>
                    <a:pt x="9" y="404"/>
                  </a:lnTo>
                  <a:lnTo>
                    <a:pt x="2" y="387"/>
                  </a:lnTo>
                  <a:lnTo>
                    <a:pt x="0" y="367"/>
                  </a:lnTo>
                  <a:lnTo>
                    <a:pt x="3" y="345"/>
                  </a:lnTo>
                  <a:lnTo>
                    <a:pt x="10" y="327"/>
                  </a:lnTo>
                  <a:lnTo>
                    <a:pt x="21" y="311"/>
                  </a:lnTo>
                  <a:lnTo>
                    <a:pt x="35" y="299"/>
                  </a:lnTo>
                  <a:lnTo>
                    <a:pt x="51" y="289"/>
                  </a:lnTo>
                  <a:lnTo>
                    <a:pt x="39" y="281"/>
                  </a:lnTo>
                  <a:lnTo>
                    <a:pt x="29" y="271"/>
                  </a:lnTo>
                  <a:lnTo>
                    <a:pt x="23" y="260"/>
                  </a:lnTo>
                  <a:lnTo>
                    <a:pt x="21" y="246"/>
                  </a:lnTo>
                  <a:lnTo>
                    <a:pt x="24" y="232"/>
                  </a:lnTo>
                  <a:lnTo>
                    <a:pt x="30" y="218"/>
                  </a:lnTo>
                  <a:lnTo>
                    <a:pt x="40" y="207"/>
                  </a:lnTo>
                  <a:lnTo>
                    <a:pt x="54" y="199"/>
                  </a:lnTo>
                  <a:lnTo>
                    <a:pt x="38" y="187"/>
                  </a:lnTo>
                  <a:lnTo>
                    <a:pt x="26" y="172"/>
                  </a:lnTo>
                  <a:lnTo>
                    <a:pt x="17" y="155"/>
                  </a:lnTo>
                  <a:lnTo>
                    <a:pt x="12" y="136"/>
                  </a:lnTo>
                  <a:lnTo>
                    <a:pt x="10" y="114"/>
                  </a:lnTo>
                  <a:lnTo>
                    <a:pt x="12" y="90"/>
                  </a:lnTo>
                  <a:lnTo>
                    <a:pt x="19" y="69"/>
                  </a:lnTo>
                  <a:lnTo>
                    <a:pt x="30" y="50"/>
                  </a:lnTo>
                  <a:lnTo>
                    <a:pt x="44" y="34"/>
                  </a:lnTo>
                  <a:lnTo>
                    <a:pt x="62" y="20"/>
                  </a:lnTo>
                  <a:lnTo>
                    <a:pt x="84" y="9"/>
                  </a:lnTo>
                  <a:lnTo>
                    <a:pt x="110" y="2"/>
                  </a:lnTo>
                  <a:lnTo>
                    <a:pt x="13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5" name="Freeform 34"/>
            <p:cNvSpPr>
              <a:spLocks noEditPoints="1"/>
            </p:cNvSpPr>
            <p:nvPr/>
          </p:nvSpPr>
          <p:spPr bwMode="auto">
            <a:xfrm>
              <a:off x="4782" y="-197"/>
              <a:ext cx="90" cy="101"/>
            </a:xfrm>
            <a:custGeom>
              <a:avLst/>
              <a:gdLst>
                <a:gd name="T0" fmla="*/ 121 w 270"/>
                <a:gd name="T1" fmla="*/ 38 h 304"/>
                <a:gd name="T2" fmla="*/ 93 w 270"/>
                <a:gd name="T3" fmla="*/ 48 h 304"/>
                <a:gd name="T4" fmla="*/ 68 w 270"/>
                <a:gd name="T5" fmla="*/ 70 h 304"/>
                <a:gd name="T6" fmla="*/ 52 w 270"/>
                <a:gd name="T7" fmla="*/ 104 h 304"/>
                <a:gd name="T8" fmla="*/ 46 w 270"/>
                <a:gd name="T9" fmla="*/ 150 h 304"/>
                <a:gd name="T10" fmla="*/ 52 w 270"/>
                <a:gd name="T11" fmla="*/ 200 h 304"/>
                <a:gd name="T12" fmla="*/ 69 w 270"/>
                <a:gd name="T13" fmla="*/ 236 h 304"/>
                <a:gd name="T14" fmla="*/ 98 w 270"/>
                <a:gd name="T15" fmla="*/ 259 h 304"/>
                <a:gd name="T16" fmla="*/ 136 w 270"/>
                <a:gd name="T17" fmla="*/ 266 h 304"/>
                <a:gd name="T18" fmla="*/ 166 w 270"/>
                <a:gd name="T19" fmla="*/ 261 h 304"/>
                <a:gd name="T20" fmla="*/ 192 w 270"/>
                <a:gd name="T21" fmla="*/ 244 h 304"/>
                <a:gd name="T22" fmla="*/ 211 w 270"/>
                <a:gd name="T23" fmla="*/ 216 h 304"/>
                <a:gd name="T24" fmla="*/ 222 w 270"/>
                <a:gd name="T25" fmla="*/ 176 h 304"/>
                <a:gd name="T26" fmla="*/ 223 w 270"/>
                <a:gd name="T27" fmla="*/ 125 h 304"/>
                <a:gd name="T28" fmla="*/ 212 w 270"/>
                <a:gd name="T29" fmla="*/ 83 h 304"/>
                <a:gd name="T30" fmla="*/ 190 w 270"/>
                <a:gd name="T31" fmla="*/ 54 h 304"/>
                <a:gd name="T32" fmla="*/ 157 w 270"/>
                <a:gd name="T33" fmla="*/ 38 h 304"/>
                <a:gd name="T34" fmla="*/ 140 w 270"/>
                <a:gd name="T35" fmla="*/ 0 h 304"/>
                <a:gd name="T36" fmla="*/ 181 w 270"/>
                <a:gd name="T37" fmla="*/ 5 h 304"/>
                <a:gd name="T38" fmla="*/ 217 w 270"/>
                <a:gd name="T39" fmla="*/ 21 h 304"/>
                <a:gd name="T40" fmla="*/ 245 w 270"/>
                <a:gd name="T41" fmla="*/ 49 h 304"/>
                <a:gd name="T42" fmla="*/ 263 w 270"/>
                <a:gd name="T43" fmla="*/ 90 h 304"/>
                <a:gd name="T44" fmla="*/ 270 w 270"/>
                <a:gd name="T45" fmla="*/ 147 h 304"/>
                <a:gd name="T46" fmla="*/ 262 w 270"/>
                <a:gd name="T47" fmla="*/ 202 h 304"/>
                <a:gd name="T48" fmla="*/ 240 w 270"/>
                <a:gd name="T49" fmla="*/ 248 h 304"/>
                <a:gd name="T50" fmla="*/ 205 w 270"/>
                <a:gd name="T51" fmla="*/ 283 h 304"/>
                <a:gd name="T52" fmla="*/ 157 w 270"/>
                <a:gd name="T53" fmla="*/ 301 h 304"/>
                <a:gd name="T54" fmla="*/ 105 w 270"/>
                <a:gd name="T55" fmla="*/ 302 h 304"/>
                <a:gd name="T56" fmla="*/ 61 w 270"/>
                <a:gd name="T57" fmla="*/ 288 h 304"/>
                <a:gd name="T58" fmla="*/ 28 w 270"/>
                <a:gd name="T59" fmla="*/ 259 h 304"/>
                <a:gd name="T60" fmla="*/ 7 w 270"/>
                <a:gd name="T61" fmla="*/ 214 h 304"/>
                <a:gd name="T62" fmla="*/ 0 w 270"/>
                <a:gd name="T63" fmla="*/ 154 h 304"/>
                <a:gd name="T64" fmla="*/ 8 w 270"/>
                <a:gd name="T65" fmla="*/ 100 h 304"/>
                <a:gd name="T66" fmla="*/ 29 w 270"/>
                <a:gd name="T67" fmla="*/ 55 h 304"/>
                <a:gd name="T68" fmla="*/ 64 w 270"/>
                <a:gd name="T69" fmla="*/ 21 h 304"/>
                <a:gd name="T70" fmla="*/ 113 w 270"/>
                <a:gd name="T71" fmla="*/ 3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70" h="304">
                  <a:moveTo>
                    <a:pt x="136" y="36"/>
                  </a:moveTo>
                  <a:lnTo>
                    <a:pt x="121" y="38"/>
                  </a:lnTo>
                  <a:lnTo>
                    <a:pt x="107" y="42"/>
                  </a:lnTo>
                  <a:lnTo>
                    <a:pt x="93" y="48"/>
                  </a:lnTo>
                  <a:lnTo>
                    <a:pt x="79" y="58"/>
                  </a:lnTo>
                  <a:lnTo>
                    <a:pt x="68" y="70"/>
                  </a:lnTo>
                  <a:lnTo>
                    <a:pt x="59" y="85"/>
                  </a:lnTo>
                  <a:lnTo>
                    <a:pt x="52" y="104"/>
                  </a:lnTo>
                  <a:lnTo>
                    <a:pt x="48" y="126"/>
                  </a:lnTo>
                  <a:lnTo>
                    <a:pt x="46" y="150"/>
                  </a:lnTo>
                  <a:lnTo>
                    <a:pt x="47" y="177"/>
                  </a:lnTo>
                  <a:lnTo>
                    <a:pt x="52" y="200"/>
                  </a:lnTo>
                  <a:lnTo>
                    <a:pt x="59" y="220"/>
                  </a:lnTo>
                  <a:lnTo>
                    <a:pt x="69" y="236"/>
                  </a:lnTo>
                  <a:lnTo>
                    <a:pt x="82" y="249"/>
                  </a:lnTo>
                  <a:lnTo>
                    <a:pt x="98" y="259"/>
                  </a:lnTo>
                  <a:lnTo>
                    <a:pt x="116" y="264"/>
                  </a:lnTo>
                  <a:lnTo>
                    <a:pt x="136" y="266"/>
                  </a:lnTo>
                  <a:lnTo>
                    <a:pt x="151" y="265"/>
                  </a:lnTo>
                  <a:lnTo>
                    <a:pt x="166" y="261"/>
                  </a:lnTo>
                  <a:lnTo>
                    <a:pt x="179" y="254"/>
                  </a:lnTo>
                  <a:lnTo>
                    <a:pt x="192" y="244"/>
                  </a:lnTo>
                  <a:lnTo>
                    <a:pt x="203" y="232"/>
                  </a:lnTo>
                  <a:lnTo>
                    <a:pt x="211" y="216"/>
                  </a:lnTo>
                  <a:lnTo>
                    <a:pt x="218" y="197"/>
                  </a:lnTo>
                  <a:lnTo>
                    <a:pt x="222" y="176"/>
                  </a:lnTo>
                  <a:lnTo>
                    <a:pt x="224" y="150"/>
                  </a:lnTo>
                  <a:lnTo>
                    <a:pt x="223" y="125"/>
                  </a:lnTo>
                  <a:lnTo>
                    <a:pt x="218" y="102"/>
                  </a:lnTo>
                  <a:lnTo>
                    <a:pt x="212" y="83"/>
                  </a:lnTo>
                  <a:lnTo>
                    <a:pt x="202" y="66"/>
                  </a:lnTo>
                  <a:lnTo>
                    <a:pt x="190" y="54"/>
                  </a:lnTo>
                  <a:lnTo>
                    <a:pt x="175" y="44"/>
                  </a:lnTo>
                  <a:lnTo>
                    <a:pt x="157" y="38"/>
                  </a:lnTo>
                  <a:lnTo>
                    <a:pt x="136" y="36"/>
                  </a:lnTo>
                  <a:close/>
                  <a:moveTo>
                    <a:pt x="140" y="0"/>
                  </a:moveTo>
                  <a:lnTo>
                    <a:pt x="161" y="1"/>
                  </a:lnTo>
                  <a:lnTo>
                    <a:pt x="181" y="5"/>
                  </a:lnTo>
                  <a:lnTo>
                    <a:pt x="200" y="11"/>
                  </a:lnTo>
                  <a:lnTo>
                    <a:pt x="217" y="21"/>
                  </a:lnTo>
                  <a:lnTo>
                    <a:pt x="232" y="33"/>
                  </a:lnTo>
                  <a:lnTo>
                    <a:pt x="245" y="49"/>
                  </a:lnTo>
                  <a:lnTo>
                    <a:pt x="255" y="68"/>
                  </a:lnTo>
                  <a:lnTo>
                    <a:pt x="263" y="90"/>
                  </a:lnTo>
                  <a:lnTo>
                    <a:pt x="268" y="117"/>
                  </a:lnTo>
                  <a:lnTo>
                    <a:pt x="270" y="147"/>
                  </a:lnTo>
                  <a:lnTo>
                    <a:pt x="268" y="176"/>
                  </a:lnTo>
                  <a:lnTo>
                    <a:pt x="262" y="202"/>
                  </a:lnTo>
                  <a:lnTo>
                    <a:pt x="253" y="227"/>
                  </a:lnTo>
                  <a:lnTo>
                    <a:pt x="240" y="248"/>
                  </a:lnTo>
                  <a:lnTo>
                    <a:pt x="224" y="267"/>
                  </a:lnTo>
                  <a:lnTo>
                    <a:pt x="205" y="283"/>
                  </a:lnTo>
                  <a:lnTo>
                    <a:pt x="182" y="294"/>
                  </a:lnTo>
                  <a:lnTo>
                    <a:pt x="157" y="301"/>
                  </a:lnTo>
                  <a:lnTo>
                    <a:pt x="130" y="304"/>
                  </a:lnTo>
                  <a:lnTo>
                    <a:pt x="105" y="302"/>
                  </a:lnTo>
                  <a:lnTo>
                    <a:pt x="81" y="297"/>
                  </a:lnTo>
                  <a:lnTo>
                    <a:pt x="61" y="288"/>
                  </a:lnTo>
                  <a:lnTo>
                    <a:pt x="43" y="275"/>
                  </a:lnTo>
                  <a:lnTo>
                    <a:pt x="28" y="259"/>
                  </a:lnTo>
                  <a:lnTo>
                    <a:pt x="16" y="238"/>
                  </a:lnTo>
                  <a:lnTo>
                    <a:pt x="7" y="214"/>
                  </a:lnTo>
                  <a:lnTo>
                    <a:pt x="2" y="186"/>
                  </a:lnTo>
                  <a:lnTo>
                    <a:pt x="0" y="154"/>
                  </a:lnTo>
                  <a:lnTo>
                    <a:pt x="2" y="127"/>
                  </a:lnTo>
                  <a:lnTo>
                    <a:pt x="8" y="100"/>
                  </a:lnTo>
                  <a:lnTo>
                    <a:pt x="17" y="76"/>
                  </a:lnTo>
                  <a:lnTo>
                    <a:pt x="29" y="55"/>
                  </a:lnTo>
                  <a:lnTo>
                    <a:pt x="45" y="36"/>
                  </a:lnTo>
                  <a:lnTo>
                    <a:pt x="64" y="21"/>
                  </a:lnTo>
                  <a:lnTo>
                    <a:pt x="87" y="10"/>
                  </a:lnTo>
                  <a:lnTo>
                    <a:pt x="113" y="3"/>
                  </a:lnTo>
                  <a:lnTo>
                    <a:pt x="14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6" name="Freeform 35"/>
            <p:cNvSpPr>
              <a:spLocks/>
            </p:cNvSpPr>
            <p:nvPr/>
          </p:nvSpPr>
          <p:spPr bwMode="auto">
            <a:xfrm>
              <a:off x="4885" y="-198"/>
              <a:ext cx="78" cy="100"/>
            </a:xfrm>
            <a:custGeom>
              <a:avLst/>
              <a:gdLst>
                <a:gd name="T0" fmla="*/ 146 w 233"/>
                <a:gd name="T1" fmla="*/ 0 h 300"/>
                <a:gd name="T2" fmla="*/ 166 w 233"/>
                <a:gd name="T3" fmla="*/ 2 h 300"/>
                <a:gd name="T4" fmla="*/ 184 w 233"/>
                <a:gd name="T5" fmla="*/ 6 h 300"/>
                <a:gd name="T6" fmla="*/ 198 w 233"/>
                <a:gd name="T7" fmla="*/ 13 h 300"/>
                <a:gd name="T8" fmla="*/ 210 w 233"/>
                <a:gd name="T9" fmla="*/ 23 h 300"/>
                <a:gd name="T10" fmla="*/ 219 w 233"/>
                <a:gd name="T11" fmla="*/ 34 h 300"/>
                <a:gd name="T12" fmla="*/ 225 w 233"/>
                <a:gd name="T13" fmla="*/ 47 h 300"/>
                <a:gd name="T14" fmla="*/ 230 w 233"/>
                <a:gd name="T15" fmla="*/ 62 h 300"/>
                <a:gd name="T16" fmla="*/ 233 w 233"/>
                <a:gd name="T17" fmla="*/ 78 h 300"/>
                <a:gd name="T18" fmla="*/ 233 w 233"/>
                <a:gd name="T19" fmla="*/ 95 h 300"/>
                <a:gd name="T20" fmla="*/ 233 w 233"/>
                <a:gd name="T21" fmla="*/ 300 h 300"/>
                <a:gd name="T22" fmla="*/ 189 w 233"/>
                <a:gd name="T23" fmla="*/ 300 h 300"/>
                <a:gd name="T24" fmla="*/ 189 w 233"/>
                <a:gd name="T25" fmla="*/ 110 h 300"/>
                <a:gd name="T26" fmla="*/ 188 w 233"/>
                <a:gd name="T27" fmla="*/ 91 h 300"/>
                <a:gd name="T28" fmla="*/ 186 w 233"/>
                <a:gd name="T29" fmla="*/ 75 h 300"/>
                <a:gd name="T30" fmla="*/ 181 w 233"/>
                <a:gd name="T31" fmla="*/ 61 h 300"/>
                <a:gd name="T32" fmla="*/ 174 w 233"/>
                <a:gd name="T33" fmla="*/ 51 h 300"/>
                <a:gd name="T34" fmla="*/ 164 w 233"/>
                <a:gd name="T35" fmla="*/ 43 h 300"/>
                <a:gd name="T36" fmla="*/ 151 w 233"/>
                <a:gd name="T37" fmla="*/ 38 h 300"/>
                <a:gd name="T38" fmla="*/ 135 w 233"/>
                <a:gd name="T39" fmla="*/ 37 h 300"/>
                <a:gd name="T40" fmla="*/ 116 w 233"/>
                <a:gd name="T41" fmla="*/ 39 h 300"/>
                <a:gd name="T42" fmla="*/ 98 w 233"/>
                <a:gd name="T43" fmla="*/ 46 h 300"/>
                <a:gd name="T44" fmla="*/ 83 w 233"/>
                <a:gd name="T45" fmla="*/ 57 h 300"/>
                <a:gd name="T46" fmla="*/ 70 w 233"/>
                <a:gd name="T47" fmla="*/ 71 h 300"/>
                <a:gd name="T48" fmla="*/ 60 w 233"/>
                <a:gd name="T49" fmla="*/ 89 h 300"/>
                <a:gd name="T50" fmla="*/ 51 w 233"/>
                <a:gd name="T51" fmla="*/ 111 h 300"/>
                <a:gd name="T52" fmla="*/ 46 w 233"/>
                <a:gd name="T53" fmla="*/ 134 h 300"/>
                <a:gd name="T54" fmla="*/ 44 w 233"/>
                <a:gd name="T55" fmla="*/ 159 h 300"/>
                <a:gd name="T56" fmla="*/ 44 w 233"/>
                <a:gd name="T57" fmla="*/ 300 h 300"/>
                <a:gd name="T58" fmla="*/ 0 w 233"/>
                <a:gd name="T59" fmla="*/ 300 h 300"/>
                <a:gd name="T60" fmla="*/ 0 w 233"/>
                <a:gd name="T61" fmla="*/ 6 h 300"/>
                <a:gd name="T62" fmla="*/ 44 w 233"/>
                <a:gd name="T63" fmla="*/ 6 h 300"/>
                <a:gd name="T64" fmla="*/ 43 w 233"/>
                <a:gd name="T65" fmla="*/ 28 h 300"/>
                <a:gd name="T66" fmla="*/ 41 w 233"/>
                <a:gd name="T67" fmla="*/ 51 h 300"/>
                <a:gd name="T68" fmla="*/ 39 w 233"/>
                <a:gd name="T69" fmla="*/ 71 h 300"/>
                <a:gd name="T70" fmla="*/ 40 w 233"/>
                <a:gd name="T71" fmla="*/ 72 h 300"/>
                <a:gd name="T72" fmla="*/ 50 w 233"/>
                <a:gd name="T73" fmla="*/ 52 h 300"/>
                <a:gd name="T74" fmla="*/ 64 w 233"/>
                <a:gd name="T75" fmla="*/ 34 h 300"/>
                <a:gd name="T76" fmla="*/ 80 w 233"/>
                <a:gd name="T77" fmla="*/ 20 h 300"/>
                <a:gd name="T78" fmla="*/ 99 w 233"/>
                <a:gd name="T79" fmla="*/ 9 h 300"/>
                <a:gd name="T80" fmla="*/ 121 w 233"/>
                <a:gd name="T81" fmla="*/ 3 h 300"/>
                <a:gd name="T82" fmla="*/ 146 w 233"/>
                <a:gd name="T83"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3" h="300">
                  <a:moveTo>
                    <a:pt x="146" y="0"/>
                  </a:moveTo>
                  <a:lnTo>
                    <a:pt x="166" y="2"/>
                  </a:lnTo>
                  <a:lnTo>
                    <a:pt x="184" y="6"/>
                  </a:lnTo>
                  <a:lnTo>
                    <a:pt x="198" y="13"/>
                  </a:lnTo>
                  <a:lnTo>
                    <a:pt x="210" y="23"/>
                  </a:lnTo>
                  <a:lnTo>
                    <a:pt x="219" y="34"/>
                  </a:lnTo>
                  <a:lnTo>
                    <a:pt x="225" y="47"/>
                  </a:lnTo>
                  <a:lnTo>
                    <a:pt x="230" y="62"/>
                  </a:lnTo>
                  <a:lnTo>
                    <a:pt x="233" y="78"/>
                  </a:lnTo>
                  <a:lnTo>
                    <a:pt x="233" y="95"/>
                  </a:lnTo>
                  <a:lnTo>
                    <a:pt x="233" y="300"/>
                  </a:lnTo>
                  <a:lnTo>
                    <a:pt x="189" y="300"/>
                  </a:lnTo>
                  <a:lnTo>
                    <a:pt x="189" y="110"/>
                  </a:lnTo>
                  <a:lnTo>
                    <a:pt x="188" y="91"/>
                  </a:lnTo>
                  <a:lnTo>
                    <a:pt x="186" y="75"/>
                  </a:lnTo>
                  <a:lnTo>
                    <a:pt x="181" y="61"/>
                  </a:lnTo>
                  <a:lnTo>
                    <a:pt x="174" y="51"/>
                  </a:lnTo>
                  <a:lnTo>
                    <a:pt x="164" y="43"/>
                  </a:lnTo>
                  <a:lnTo>
                    <a:pt x="151" y="38"/>
                  </a:lnTo>
                  <a:lnTo>
                    <a:pt x="135" y="37"/>
                  </a:lnTo>
                  <a:lnTo>
                    <a:pt x="116" y="39"/>
                  </a:lnTo>
                  <a:lnTo>
                    <a:pt x="98" y="46"/>
                  </a:lnTo>
                  <a:lnTo>
                    <a:pt x="83" y="57"/>
                  </a:lnTo>
                  <a:lnTo>
                    <a:pt x="70" y="71"/>
                  </a:lnTo>
                  <a:lnTo>
                    <a:pt x="60" y="89"/>
                  </a:lnTo>
                  <a:lnTo>
                    <a:pt x="51" y="111"/>
                  </a:lnTo>
                  <a:lnTo>
                    <a:pt x="46" y="134"/>
                  </a:lnTo>
                  <a:lnTo>
                    <a:pt x="44" y="159"/>
                  </a:lnTo>
                  <a:lnTo>
                    <a:pt x="44" y="300"/>
                  </a:lnTo>
                  <a:lnTo>
                    <a:pt x="0" y="300"/>
                  </a:lnTo>
                  <a:lnTo>
                    <a:pt x="0" y="6"/>
                  </a:lnTo>
                  <a:lnTo>
                    <a:pt x="44" y="6"/>
                  </a:lnTo>
                  <a:lnTo>
                    <a:pt x="43" y="28"/>
                  </a:lnTo>
                  <a:lnTo>
                    <a:pt x="41" y="51"/>
                  </a:lnTo>
                  <a:lnTo>
                    <a:pt x="39" y="71"/>
                  </a:lnTo>
                  <a:lnTo>
                    <a:pt x="40" y="72"/>
                  </a:lnTo>
                  <a:lnTo>
                    <a:pt x="50" y="52"/>
                  </a:lnTo>
                  <a:lnTo>
                    <a:pt x="64" y="34"/>
                  </a:lnTo>
                  <a:lnTo>
                    <a:pt x="80" y="20"/>
                  </a:lnTo>
                  <a:lnTo>
                    <a:pt x="99" y="9"/>
                  </a:lnTo>
                  <a:lnTo>
                    <a:pt x="121" y="3"/>
                  </a:lnTo>
                  <a:lnTo>
                    <a:pt x="14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7" name="Freeform 36"/>
            <p:cNvSpPr>
              <a:spLocks/>
            </p:cNvSpPr>
            <p:nvPr/>
          </p:nvSpPr>
          <p:spPr bwMode="auto">
            <a:xfrm>
              <a:off x="4988" y="-198"/>
              <a:ext cx="77" cy="100"/>
            </a:xfrm>
            <a:custGeom>
              <a:avLst/>
              <a:gdLst>
                <a:gd name="T0" fmla="*/ 145 w 233"/>
                <a:gd name="T1" fmla="*/ 0 h 300"/>
                <a:gd name="T2" fmla="*/ 166 w 233"/>
                <a:gd name="T3" fmla="*/ 2 h 300"/>
                <a:gd name="T4" fmla="*/ 183 w 233"/>
                <a:gd name="T5" fmla="*/ 6 h 300"/>
                <a:gd name="T6" fmla="*/ 198 w 233"/>
                <a:gd name="T7" fmla="*/ 13 h 300"/>
                <a:gd name="T8" fmla="*/ 209 w 233"/>
                <a:gd name="T9" fmla="*/ 23 h 300"/>
                <a:gd name="T10" fmla="*/ 218 w 233"/>
                <a:gd name="T11" fmla="*/ 34 h 300"/>
                <a:gd name="T12" fmla="*/ 225 w 233"/>
                <a:gd name="T13" fmla="*/ 47 h 300"/>
                <a:gd name="T14" fmla="*/ 230 w 233"/>
                <a:gd name="T15" fmla="*/ 62 h 300"/>
                <a:gd name="T16" fmla="*/ 232 w 233"/>
                <a:gd name="T17" fmla="*/ 78 h 300"/>
                <a:gd name="T18" fmla="*/ 233 w 233"/>
                <a:gd name="T19" fmla="*/ 95 h 300"/>
                <a:gd name="T20" fmla="*/ 233 w 233"/>
                <a:gd name="T21" fmla="*/ 300 h 300"/>
                <a:gd name="T22" fmla="*/ 189 w 233"/>
                <a:gd name="T23" fmla="*/ 300 h 300"/>
                <a:gd name="T24" fmla="*/ 189 w 233"/>
                <a:gd name="T25" fmla="*/ 110 h 300"/>
                <a:gd name="T26" fmla="*/ 188 w 233"/>
                <a:gd name="T27" fmla="*/ 91 h 300"/>
                <a:gd name="T28" fmla="*/ 185 w 233"/>
                <a:gd name="T29" fmla="*/ 75 h 300"/>
                <a:gd name="T30" fmla="*/ 181 w 233"/>
                <a:gd name="T31" fmla="*/ 61 h 300"/>
                <a:gd name="T32" fmla="*/ 173 w 233"/>
                <a:gd name="T33" fmla="*/ 51 h 300"/>
                <a:gd name="T34" fmla="*/ 163 w 233"/>
                <a:gd name="T35" fmla="*/ 43 h 300"/>
                <a:gd name="T36" fmla="*/ 150 w 233"/>
                <a:gd name="T37" fmla="*/ 38 h 300"/>
                <a:gd name="T38" fmla="*/ 134 w 233"/>
                <a:gd name="T39" fmla="*/ 37 h 300"/>
                <a:gd name="T40" fmla="*/ 115 w 233"/>
                <a:gd name="T41" fmla="*/ 39 h 300"/>
                <a:gd name="T42" fmla="*/ 98 w 233"/>
                <a:gd name="T43" fmla="*/ 46 h 300"/>
                <a:gd name="T44" fmla="*/ 83 w 233"/>
                <a:gd name="T45" fmla="*/ 57 h 300"/>
                <a:gd name="T46" fmla="*/ 70 w 233"/>
                <a:gd name="T47" fmla="*/ 71 h 300"/>
                <a:gd name="T48" fmla="*/ 59 w 233"/>
                <a:gd name="T49" fmla="*/ 89 h 300"/>
                <a:gd name="T50" fmla="*/ 51 w 233"/>
                <a:gd name="T51" fmla="*/ 111 h 300"/>
                <a:gd name="T52" fmla="*/ 46 w 233"/>
                <a:gd name="T53" fmla="*/ 134 h 300"/>
                <a:gd name="T54" fmla="*/ 45 w 233"/>
                <a:gd name="T55" fmla="*/ 159 h 300"/>
                <a:gd name="T56" fmla="*/ 45 w 233"/>
                <a:gd name="T57" fmla="*/ 300 h 300"/>
                <a:gd name="T58" fmla="*/ 0 w 233"/>
                <a:gd name="T59" fmla="*/ 300 h 300"/>
                <a:gd name="T60" fmla="*/ 0 w 233"/>
                <a:gd name="T61" fmla="*/ 6 h 300"/>
                <a:gd name="T62" fmla="*/ 44 w 233"/>
                <a:gd name="T63" fmla="*/ 6 h 300"/>
                <a:gd name="T64" fmla="*/ 44 w 233"/>
                <a:gd name="T65" fmla="*/ 28 h 300"/>
                <a:gd name="T66" fmla="*/ 42 w 233"/>
                <a:gd name="T67" fmla="*/ 51 h 300"/>
                <a:gd name="T68" fmla="*/ 39 w 233"/>
                <a:gd name="T69" fmla="*/ 71 h 300"/>
                <a:gd name="T70" fmla="*/ 41 w 233"/>
                <a:gd name="T71" fmla="*/ 72 h 300"/>
                <a:gd name="T72" fmla="*/ 51 w 233"/>
                <a:gd name="T73" fmla="*/ 52 h 300"/>
                <a:gd name="T74" fmla="*/ 64 w 233"/>
                <a:gd name="T75" fmla="*/ 34 h 300"/>
                <a:gd name="T76" fmla="*/ 80 w 233"/>
                <a:gd name="T77" fmla="*/ 20 h 300"/>
                <a:gd name="T78" fmla="*/ 99 w 233"/>
                <a:gd name="T79" fmla="*/ 9 h 300"/>
                <a:gd name="T80" fmla="*/ 121 w 233"/>
                <a:gd name="T81" fmla="*/ 3 h 300"/>
                <a:gd name="T82" fmla="*/ 145 w 233"/>
                <a:gd name="T83"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3" h="300">
                  <a:moveTo>
                    <a:pt x="145" y="0"/>
                  </a:moveTo>
                  <a:lnTo>
                    <a:pt x="166" y="2"/>
                  </a:lnTo>
                  <a:lnTo>
                    <a:pt x="183" y="6"/>
                  </a:lnTo>
                  <a:lnTo>
                    <a:pt x="198" y="13"/>
                  </a:lnTo>
                  <a:lnTo>
                    <a:pt x="209" y="23"/>
                  </a:lnTo>
                  <a:lnTo>
                    <a:pt x="218" y="34"/>
                  </a:lnTo>
                  <a:lnTo>
                    <a:pt x="225" y="47"/>
                  </a:lnTo>
                  <a:lnTo>
                    <a:pt x="230" y="62"/>
                  </a:lnTo>
                  <a:lnTo>
                    <a:pt x="232" y="78"/>
                  </a:lnTo>
                  <a:lnTo>
                    <a:pt x="233" y="95"/>
                  </a:lnTo>
                  <a:lnTo>
                    <a:pt x="233" y="300"/>
                  </a:lnTo>
                  <a:lnTo>
                    <a:pt x="189" y="300"/>
                  </a:lnTo>
                  <a:lnTo>
                    <a:pt x="189" y="110"/>
                  </a:lnTo>
                  <a:lnTo>
                    <a:pt x="188" y="91"/>
                  </a:lnTo>
                  <a:lnTo>
                    <a:pt x="185" y="75"/>
                  </a:lnTo>
                  <a:lnTo>
                    <a:pt x="181" y="61"/>
                  </a:lnTo>
                  <a:lnTo>
                    <a:pt x="173" y="51"/>
                  </a:lnTo>
                  <a:lnTo>
                    <a:pt x="163" y="43"/>
                  </a:lnTo>
                  <a:lnTo>
                    <a:pt x="150" y="38"/>
                  </a:lnTo>
                  <a:lnTo>
                    <a:pt x="134" y="37"/>
                  </a:lnTo>
                  <a:lnTo>
                    <a:pt x="115" y="39"/>
                  </a:lnTo>
                  <a:lnTo>
                    <a:pt x="98" y="46"/>
                  </a:lnTo>
                  <a:lnTo>
                    <a:pt x="83" y="57"/>
                  </a:lnTo>
                  <a:lnTo>
                    <a:pt x="70" y="71"/>
                  </a:lnTo>
                  <a:lnTo>
                    <a:pt x="59" y="89"/>
                  </a:lnTo>
                  <a:lnTo>
                    <a:pt x="51" y="111"/>
                  </a:lnTo>
                  <a:lnTo>
                    <a:pt x="46" y="134"/>
                  </a:lnTo>
                  <a:lnTo>
                    <a:pt x="45" y="159"/>
                  </a:lnTo>
                  <a:lnTo>
                    <a:pt x="45" y="300"/>
                  </a:lnTo>
                  <a:lnTo>
                    <a:pt x="0" y="300"/>
                  </a:lnTo>
                  <a:lnTo>
                    <a:pt x="0" y="6"/>
                  </a:lnTo>
                  <a:lnTo>
                    <a:pt x="44" y="6"/>
                  </a:lnTo>
                  <a:lnTo>
                    <a:pt x="44" y="28"/>
                  </a:lnTo>
                  <a:lnTo>
                    <a:pt x="42" y="51"/>
                  </a:lnTo>
                  <a:lnTo>
                    <a:pt x="39" y="71"/>
                  </a:lnTo>
                  <a:lnTo>
                    <a:pt x="41" y="72"/>
                  </a:lnTo>
                  <a:lnTo>
                    <a:pt x="51" y="52"/>
                  </a:lnTo>
                  <a:lnTo>
                    <a:pt x="64" y="34"/>
                  </a:lnTo>
                  <a:lnTo>
                    <a:pt x="80" y="20"/>
                  </a:lnTo>
                  <a:lnTo>
                    <a:pt x="99" y="9"/>
                  </a:lnTo>
                  <a:lnTo>
                    <a:pt x="121" y="3"/>
                  </a:lnTo>
                  <a:lnTo>
                    <a:pt x="14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8" name="Freeform 37"/>
            <p:cNvSpPr>
              <a:spLocks noEditPoints="1"/>
            </p:cNvSpPr>
            <p:nvPr/>
          </p:nvSpPr>
          <p:spPr bwMode="auto">
            <a:xfrm>
              <a:off x="5079" y="-197"/>
              <a:ext cx="81" cy="101"/>
            </a:xfrm>
            <a:custGeom>
              <a:avLst/>
              <a:gdLst>
                <a:gd name="T0" fmla="*/ 127 w 243"/>
                <a:gd name="T1" fmla="*/ 34 h 304"/>
                <a:gd name="T2" fmla="*/ 107 w 243"/>
                <a:gd name="T3" fmla="*/ 36 h 304"/>
                <a:gd name="T4" fmla="*/ 90 w 243"/>
                <a:gd name="T5" fmla="*/ 43 h 304"/>
                <a:gd name="T6" fmla="*/ 75 w 243"/>
                <a:gd name="T7" fmla="*/ 54 h 304"/>
                <a:gd name="T8" fmla="*/ 63 w 243"/>
                <a:gd name="T9" fmla="*/ 69 h 304"/>
                <a:gd name="T10" fmla="*/ 54 w 243"/>
                <a:gd name="T11" fmla="*/ 88 h 304"/>
                <a:gd name="T12" fmla="*/ 49 w 243"/>
                <a:gd name="T13" fmla="*/ 110 h 304"/>
                <a:gd name="T14" fmla="*/ 197 w 243"/>
                <a:gd name="T15" fmla="*/ 110 h 304"/>
                <a:gd name="T16" fmla="*/ 196 w 243"/>
                <a:gd name="T17" fmla="*/ 91 h 304"/>
                <a:gd name="T18" fmla="*/ 191 w 243"/>
                <a:gd name="T19" fmla="*/ 75 h 304"/>
                <a:gd name="T20" fmla="*/ 184 w 243"/>
                <a:gd name="T21" fmla="*/ 61 h 304"/>
                <a:gd name="T22" fmla="*/ 173 w 243"/>
                <a:gd name="T23" fmla="*/ 49 h 304"/>
                <a:gd name="T24" fmla="*/ 160 w 243"/>
                <a:gd name="T25" fmla="*/ 41 h 304"/>
                <a:gd name="T26" fmla="*/ 145 w 243"/>
                <a:gd name="T27" fmla="*/ 35 h 304"/>
                <a:gd name="T28" fmla="*/ 127 w 243"/>
                <a:gd name="T29" fmla="*/ 34 h 304"/>
                <a:gd name="T30" fmla="*/ 129 w 243"/>
                <a:gd name="T31" fmla="*/ 0 h 304"/>
                <a:gd name="T32" fmla="*/ 154 w 243"/>
                <a:gd name="T33" fmla="*/ 2 h 304"/>
                <a:gd name="T34" fmla="*/ 176 w 243"/>
                <a:gd name="T35" fmla="*/ 8 h 304"/>
                <a:gd name="T36" fmla="*/ 194 w 243"/>
                <a:gd name="T37" fmla="*/ 17 h 304"/>
                <a:gd name="T38" fmla="*/ 210 w 243"/>
                <a:gd name="T39" fmla="*/ 29 h 304"/>
                <a:gd name="T40" fmla="*/ 222 w 243"/>
                <a:gd name="T41" fmla="*/ 44 h 304"/>
                <a:gd name="T42" fmla="*/ 231 w 243"/>
                <a:gd name="T43" fmla="*/ 61 h 304"/>
                <a:gd name="T44" fmla="*/ 238 w 243"/>
                <a:gd name="T45" fmla="*/ 79 h 304"/>
                <a:gd name="T46" fmla="*/ 242 w 243"/>
                <a:gd name="T47" fmla="*/ 99 h 304"/>
                <a:gd name="T48" fmla="*/ 243 w 243"/>
                <a:gd name="T49" fmla="*/ 122 h 304"/>
                <a:gd name="T50" fmla="*/ 243 w 243"/>
                <a:gd name="T51" fmla="*/ 131 h 304"/>
                <a:gd name="T52" fmla="*/ 242 w 243"/>
                <a:gd name="T53" fmla="*/ 143 h 304"/>
                <a:gd name="T54" fmla="*/ 47 w 243"/>
                <a:gd name="T55" fmla="*/ 143 h 304"/>
                <a:gd name="T56" fmla="*/ 47 w 243"/>
                <a:gd name="T57" fmla="*/ 171 h 304"/>
                <a:gd name="T58" fmla="*/ 50 w 243"/>
                <a:gd name="T59" fmla="*/ 194 h 304"/>
                <a:gd name="T60" fmla="*/ 56 w 243"/>
                <a:gd name="T61" fmla="*/ 214 h 304"/>
                <a:gd name="T62" fmla="*/ 64 w 243"/>
                <a:gd name="T63" fmla="*/ 231 h 304"/>
                <a:gd name="T64" fmla="*/ 75 w 243"/>
                <a:gd name="T65" fmla="*/ 244 h 304"/>
                <a:gd name="T66" fmla="*/ 89 w 243"/>
                <a:gd name="T67" fmla="*/ 255 h 304"/>
                <a:gd name="T68" fmla="*/ 105 w 243"/>
                <a:gd name="T69" fmla="*/ 262 h 304"/>
                <a:gd name="T70" fmla="*/ 123 w 243"/>
                <a:gd name="T71" fmla="*/ 266 h 304"/>
                <a:gd name="T72" fmla="*/ 144 w 243"/>
                <a:gd name="T73" fmla="*/ 267 h 304"/>
                <a:gd name="T74" fmla="*/ 167 w 243"/>
                <a:gd name="T75" fmla="*/ 266 h 304"/>
                <a:gd name="T76" fmla="*/ 189 w 243"/>
                <a:gd name="T77" fmla="*/ 262 h 304"/>
                <a:gd name="T78" fmla="*/ 210 w 243"/>
                <a:gd name="T79" fmla="*/ 256 h 304"/>
                <a:gd name="T80" fmla="*/ 228 w 243"/>
                <a:gd name="T81" fmla="*/ 249 h 304"/>
                <a:gd name="T82" fmla="*/ 232 w 243"/>
                <a:gd name="T83" fmla="*/ 286 h 304"/>
                <a:gd name="T84" fmla="*/ 203 w 243"/>
                <a:gd name="T85" fmla="*/ 296 h 304"/>
                <a:gd name="T86" fmla="*/ 171 w 243"/>
                <a:gd name="T87" fmla="*/ 302 h 304"/>
                <a:gd name="T88" fmla="*/ 136 w 243"/>
                <a:gd name="T89" fmla="*/ 304 h 304"/>
                <a:gd name="T90" fmla="*/ 108 w 243"/>
                <a:gd name="T91" fmla="*/ 302 h 304"/>
                <a:gd name="T92" fmla="*/ 83 w 243"/>
                <a:gd name="T93" fmla="*/ 297 h 304"/>
                <a:gd name="T94" fmla="*/ 62 w 243"/>
                <a:gd name="T95" fmla="*/ 288 h 304"/>
                <a:gd name="T96" fmla="*/ 43 w 243"/>
                <a:gd name="T97" fmla="*/ 275 h 304"/>
                <a:gd name="T98" fmla="*/ 28 w 243"/>
                <a:gd name="T99" fmla="*/ 259 h 304"/>
                <a:gd name="T100" fmla="*/ 15 w 243"/>
                <a:gd name="T101" fmla="*/ 238 h 304"/>
                <a:gd name="T102" fmla="*/ 7 w 243"/>
                <a:gd name="T103" fmla="*/ 214 h 304"/>
                <a:gd name="T104" fmla="*/ 1 w 243"/>
                <a:gd name="T105" fmla="*/ 186 h 304"/>
                <a:gd name="T106" fmla="*/ 0 w 243"/>
                <a:gd name="T107" fmla="*/ 154 h 304"/>
                <a:gd name="T108" fmla="*/ 1 w 243"/>
                <a:gd name="T109" fmla="*/ 126 h 304"/>
                <a:gd name="T110" fmla="*/ 7 w 243"/>
                <a:gd name="T111" fmla="*/ 98 h 304"/>
                <a:gd name="T112" fmla="*/ 15 w 243"/>
                <a:gd name="T113" fmla="*/ 74 h 304"/>
                <a:gd name="T114" fmla="*/ 27 w 243"/>
                <a:gd name="T115" fmla="*/ 53 h 304"/>
                <a:gd name="T116" fmla="*/ 42 w 243"/>
                <a:gd name="T117" fmla="*/ 35 h 304"/>
                <a:gd name="T118" fmla="*/ 60 w 243"/>
                <a:gd name="T119" fmla="*/ 20 h 304"/>
                <a:gd name="T120" fmla="*/ 80 w 243"/>
                <a:gd name="T121" fmla="*/ 9 h 304"/>
                <a:gd name="T122" fmla="*/ 103 w 243"/>
                <a:gd name="T123" fmla="*/ 2 h 304"/>
                <a:gd name="T124" fmla="*/ 129 w 243"/>
                <a:gd name="T125"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3" h="304">
                  <a:moveTo>
                    <a:pt x="127" y="34"/>
                  </a:moveTo>
                  <a:lnTo>
                    <a:pt x="107" y="36"/>
                  </a:lnTo>
                  <a:lnTo>
                    <a:pt x="90" y="43"/>
                  </a:lnTo>
                  <a:lnTo>
                    <a:pt x="75" y="54"/>
                  </a:lnTo>
                  <a:lnTo>
                    <a:pt x="63" y="69"/>
                  </a:lnTo>
                  <a:lnTo>
                    <a:pt x="54" y="88"/>
                  </a:lnTo>
                  <a:lnTo>
                    <a:pt x="49" y="110"/>
                  </a:lnTo>
                  <a:lnTo>
                    <a:pt x="197" y="110"/>
                  </a:lnTo>
                  <a:lnTo>
                    <a:pt x="196" y="91"/>
                  </a:lnTo>
                  <a:lnTo>
                    <a:pt x="191" y="75"/>
                  </a:lnTo>
                  <a:lnTo>
                    <a:pt x="184" y="61"/>
                  </a:lnTo>
                  <a:lnTo>
                    <a:pt x="173" y="49"/>
                  </a:lnTo>
                  <a:lnTo>
                    <a:pt x="160" y="41"/>
                  </a:lnTo>
                  <a:lnTo>
                    <a:pt x="145" y="35"/>
                  </a:lnTo>
                  <a:lnTo>
                    <a:pt x="127" y="34"/>
                  </a:lnTo>
                  <a:close/>
                  <a:moveTo>
                    <a:pt x="129" y="0"/>
                  </a:moveTo>
                  <a:lnTo>
                    <a:pt x="154" y="2"/>
                  </a:lnTo>
                  <a:lnTo>
                    <a:pt x="176" y="8"/>
                  </a:lnTo>
                  <a:lnTo>
                    <a:pt x="194" y="17"/>
                  </a:lnTo>
                  <a:lnTo>
                    <a:pt x="210" y="29"/>
                  </a:lnTo>
                  <a:lnTo>
                    <a:pt x="222" y="44"/>
                  </a:lnTo>
                  <a:lnTo>
                    <a:pt x="231" y="61"/>
                  </a:lnTo>
                  <a:lnTo>
                    <a:pt x="238" y="79"/>
                  </a:lnTo>
                  <a:lnTo>
                    <a:pt x="242" y="99"/>
                  </a:lnTo>
                  <a:lnTo>
                    <a:pt x="243" y="122"/>
                  </a:lnTo>
                  <a:lnTo>
                    <a:pt x="243" y="131"/>
                  </a:lnTo>
                  <a:lnTo>
                    <a:pt x="242" y="143"/>
                  </a:lnTo>
                  <a:lnTo>
                    <a:pt x="47" y="143"/>
                  </a:lnTo>
                  <a:lnTo>
                    <a:pt x="47" y="171"/>
                  </a:lnTo>
                  <a:lnTo>
                    <a:pt x="50" y="194"/>
                  </a:lnTo>
                  <a:lnTo>
                    <a:pt x="56" y="214"/>
                  </a:lnTo>
                  <a:lnTo>
                    <a:pt x="64" y="231"/>
                  </a:lnTo>
                  <a:lnTo>
                    <a:pt x="75" y="244"/>
                  </a:lnTo>
                  <a:lnTo>
                    <a:pt x="89" y="255"/>
                  </a:lnTo>
                  <a:lnTo>
                    <a:pt x="105" y="262"/>
                  </a:lnTo>
                  <a:lnTo>
                    <a:pt x="123" y="266"/>
                  </a:lnTo>
                  <a:lnTo>
                    <a:pt x="144" y="267"/>
                  </a:lnTo>
                  <a:lnTo>
                    <a:pt x="167" y="266"/>
                  </a:lnTo>
                  <a:lnTo>
                    <a:pt x="189" y="262"/>
                  </a:lnTo>
                  <a:lnTo>
                    <a:pt x="210" y="256"/>
                  </a:lnTo>
                  <a:lnTo>
                    <a:pt x="228" y="249"/>
                  </a:lnTo>
                  <a:lnTo>
                    <a:pt x="232" y="286"/>
                  </a:lnTo>
                  <a:lnTo>
                    <a:pt x="203" y="296"/>
                  </a:lnTo>
                  <a:lnTo>
                    <a:pt x="171" y="302"/>
                  </a:lnTo>
                  <a:lnTo>
                    <a:pt x="136" y="304"/>
                  </a:lnTo>
                  <a:lnTo>
                    <a:pt x="108" y="302"/>
                  </a:lnTo>
                  <a:lnTo>
                    <a:pt x="83" y="297"/>
                  </a:lnTo>
                  <a:lnTo>
                    <a:pt x="62" y="288"/>
                  </a:lnTo>
                  <a:lnTo>
                    <a:pt x="43" y="275"/>
                  </a:lnTo>
                  <a:lnTo>
                    <a:pt x="28" y="259"/>
                  </a:lnTo>
                  <a:lnTo>
                    <a:pt x="15" y="238"/>
                  </a:lnTo>
                  <a:lnTo>
                    <a:pt x="7" y="214"/>
                  </a:lnTo>
                  <a:lnTo>
                    <a:pt x="1" y="186"/>
                  </a:lnTo>
                  <a:lnTo>
                    <a:pt x="0" y="154"/>
                  </a:lnTo>
                  <a:lnTo>
                    <a:pt x="1" y="126"/>
                  </a:lnTo>
                  <a:lnTo>
                    <a:pt x="7" y="98"/>
                  </a:lnTo>
                  <a:lnTo>
                    <a:pt x="15" y="74"/>
                  </a:lnTo>
                  <a:lnTo>
                    <a:pt x="27" y="53"/>
                  </a:lnTo>
                  <a:lnTo>
                    <a:pt x="42" y="35"/>
                  </a:lnTo>
                  <a:lnTo>
                    <a:pt x="60" y="20"/>
                  </a:lnTo>
                  <a:lnTo>
                    <a:pt x="80" y="9"/>
                  </a:lnTo>
                  <a:lnTo>
                    <a:pt x="103" y="2"/>
                  </a:lnTo>
                  <a:lnTo>
                    <a:pt x="129"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7951669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Video">
    <p:spTree>
      <p:nvGrpSpPr>
        <p:cNvPr id="1" name=""/>
        <p:cNvGrpSpPr/>
        <p:nvPr/>
      </p:nvGrpSpPr>
      <p:grpSpPr>
        <a:xfrm>
          <a:off x="0" y="0"/>
          <a:ext cx="0" cy="0"/>
          <a:chOff x="0" y="0"/>
          <a:chExt cx="0" cy="0"/>
        </a:xfrm>
      </p:grpSpPr>
      <p:sp>
        <p:nvSpPr>
          <p:cNvPr id="3" name="Rectangle 2"/>
          <p:cNvSpPr/>
          <p:nvPr/>
        </p:nvSpPr>
        <p:spPr>
          <a:xfrm>
            <a:off x="0" y="-6723"/>
            <a:ext cx="12192000" cy="6864724"/>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09602" y="515940"/>
            <a:ext cx="11163868" cy="806017"/>
          </a:xfrm>
        </p:spPr>
        <p:txBody>
          <a:bodyPr anchor="b"/>
          <a:lstStyle>
            <a:lvl1pPr>
              <a:defRPr b="1">
                <a:solidFill>
                  <a:schemeClr val="bg1"/>
                </a:solidFill>
              </a:defRPr>
            </a:lvl1pPr>
          </a:lstStyle>
          <a:p>
            <a:r>
              <a:rPr lang="en-US" dirty="0"/>
              <a:t>TITLE AND CONTENT SLIDE. </a:t>
            </a:r>
            <a:br>
              <a:rPr lang="en-US" dirty="0"/>
            </a:br>
            <a:r>
              <a:rPr lang="en-US" dirty="0"/>
              <a:t>Headline in all caps, Arial Font.</a:t>
            </a:r>
          </a:p>
        </p:txBody>
      </p:sp>
    </p:spTree>
    <p:extLst>
      <p:ext uri="{BB962C8B-B14F-4D97-AF65-F5344CB8AC3E}">
        <p14:creationId xmlns:p14="http://schemas.microsoft.com/office/powerpoint/2010/main" val="14740737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24250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ver Option A">
    <p:bg>
      <p:bgPr>
        <a:solidFill>
          <a:schemeClr val="bg1"/>
        </a:solidFill>
        <a:effectLst/>
      </p:bgPr>
    </p:bg>
    <p:spTree>
      <p:nvGrpSpPr>
        <p:cNvPr id="1" name=""/>
        <p:cNvGrpSpPr/>
        <p:nvPr/>
      </p:nvGrpSpPr>
      <p:grpSpPr>
        <a:xfrm>
          <a:off x="0" y="0"/>
          <a:ext cx="0" cy="0"/>
          <a:chOff x="0" y="0"/>
          <a:chExt cx="0" cy="0"/>
        </a:xfrm>
      </p:grpSpPr>
      <p:sp>
        <p:nvSpPr>
          <p:cNvPr id="17" name="Text Placeholder 9"/>
          <p:cNvSpPr>
            <a:spLocks noGrp="1"/>
          </p:cNvSpPr>
          <p:nvPr>
            <p:ph type="body" sz="quarter" idx="27" hasCustomPrompt="1"/>
          </p:nvPr>
        </p:nvSpPr>
        <p:spPr>
          <a:xfrm>
            <a:off x="625061" y="766261"/>
            <a:ext cx="7580467" cy="406205"/>
          </a:xfrm>
        </p:spPr>
        <p:txBody>
          <a:bodyPr lIns="0" bIns="0" anchor="b">
            <a:normAutofit/>
          </a:bodyPr>
          <a:lstStyle>
            <a:lvl1pPr marL="0" indent="0">
              <a:buNone/>
              <a:defRPr sz="2400" b="1" cap="all" baseline="0">
                <a:solidFill>
                  <a:srgbClr val="47484A"/>
                </a:solidFill>
              </a:defRPr>
            </a:lvl1pPr>
            <a:lvl2pPr marL="0" indent="0">
              <a:buNone/>
              <a:defRPr/>
            </a:lvl2pPr>
            <a:lvl3pPr marL="0" indent="0">
              <a:spcBef>
                <a:spcPts val="2400"/>
              </a:spcBef>
              <a:buNone/>
              <a:defRPr/>
            </a:lvl3pPr>
          </a:lstStyle>
          <a:p>
            <a:pPr lvl="0"/>
            <a:r>
              <a:rPr lang="en-US" dirty="0"/>
              <a:t>Optional one line subhead, </a:t>
            </a:r>
            <a:r>
              <a:rPr lang="en-US" dirty="0" err="1"/>
              <a:t>url</a:t>
            </a:r>
            <a:r>
              <a:rPr lang="en-US" dirty="0"/>
              <a:t> or date</a:t>
            </a:r>
          </a:p>
        </p:txBody>
      </p:sp>
      <p:pic>
        <p:nvPicPr>
          <p:cNvPr id="15" name="Picture 2" descr="C:\Users\amiesen\Desktop\anlrgbppt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569752" y="544589"/>
            <a:ext cx="2382461" cy="858276"/>
          </a:xfrm>
          <a:prstGeom prst="rect">
            <a:avLst/>
          </a:prstGeom>
          <a:noFill/>
          <a:extLst>
            <a:ext uri="{909E8E84-426E-40dd-AFC4-6F175D3DCCD1}">
              <a14:hiddenFill xmlns="" xmlns:a14="http://schemas.microsoft.com/office/drawing/2010/main">
                <a:solidFill>
                  <a:srgbClr val="FFFFFF"/>
                </a:solidFill>
              </a14:hiddenFill>
            </a:ext>
          </a:extLst>
        </p:spPr>
      </p:pic>
      <p:sp>
        <p:nvSpPr>
          <p:cNvPr id="8" name="Picture Placeholder 4"/>
          <p:cNvSpPr>
            <a:spLocks noGrp="1" noChangeAspect="1"/>
          </p:cNvSpPr>
          <p:nvPr>
            <p:ph type="pic" sz="quarter" idx="16" hasCustomPrompt="1"/>
          </p:nvPr>
        </p:nvSpPr>
        <p:spPr>
          <a:xfrm>
            <a:off x="6484969" y="1689100"/>
            <a:ext cx="5707033" cy="2706624"/>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a:xfrm>
            <a:off x="2" y="1689100"/>
            <a:ext cx="6484965" cy="2706624"/>
          </a:xfrm>
          <a:solidFill>
            <a:schemeClr val="accent2"/>
          </a:solidFill>
        </p:spPr>
        <p:txBody>
          <a:bodyPr lIns="457200" rIns="91440" anchor="ctr">
            <a:normAutofit/>
          </a:bodyPr>
          <a:lstStyle>
            <a:lvl1pPr>
              <a:defRPr sz="3733" baseline="0">
                <a:solidFill>
                  <a:schemeClr val="bg1"/>
                </a:solidFill>
              </a:defRPr>
            </a:lvl1pPr>
          </a:lstStyle>
          <a:p>
            <a:r>
              <a:rPr lang="en-US" dirty="0"/>
              <a:t>presentation title -Cover option A</a:t>
            </a:r>
            <a:br>
              <a:rPr lang="en-US" dirty="0"/>
            </a:br>
            <a:r>
              <a:rPr lang="en-US" dirty="0"/>
              <a:t>can be up to four </a:t>
            </a:r>
            <a:br>
              <a:rPr lang="en-US" dirty="0"/>
            </a:br>
            <a:r>
              <a:rPr lang="en-US" dirty="0"/>
              <a:t>or five lines of text</a:t>
            </a:r>
          </a:p>
        </p:txBody>
      </p:sp>
      <p:sp>
        <p:nvSpPr>
          <p:cNvPr id="45" name="Text Placeholder 4"/>
          <p:cNvSpPr>
            <a:spLocks noGrp="1"/>
          </p:cNvSpPr>
          <p:nvPr>
            <p:ph type="body" sz="quarter" idx="12" hasCustomPrompt="1"/>
          </p:nvPr>
        </p:nvSpPr>
        <p:spPr>
          <a:xfrm>
            <a:off x="-2" y="1689100"/>
            <a:ext cx="319619" cy="2706624"/>
          </a:xfrm>
          <a:solidFill>
            <a:schemeClr val="tx2"/>
          </a:solidFill>
        </p:spPr>
        <p:txBody>
          <a:bodyPr bIns="0" anchor="b"/>
          <a:lstStyle>
            <a:lvl1pPr marL="0" indent="0">
              <a:buNone/>
              <a:defRPr sz="133"/>
            </a:lvl1pPr>
          </a:lstStyle>
          <a:p>
            <a:pPr lvl="0"/>
            <a:r>
              <a:rPr lang="en-US" dirty="0"/>
              <a:t>  </a:t>
            </a:r>
          </a:p>
        </p:txBody>
      </p:sp>
      <p:sp>
        <p:nvSpPr>
          <p:cNvPr id="48" name="Text Placeholder 9"/>
          <p:cNvSpPr>
            <a:spLocks noGrp="1"/>
          </p:cNvSpPr>
          <p:nvPr>
            <p:ph type="body" sz="quarter" idx="17" hasCustomPrompt="1"/>
          </p:nvPr>
        </p:nvSpPr>
        <p:spPr>
          <a:xfrm>
            <a:off x="626535" y="4582947"/>
            <a:ext cx="3590495" cy="393700"/>
          </a:xfrm>
        </p:spPr>
        <p:txBody>
          <a:bodyPr lIns="0" bIns="0" anchor="b">
            <a:normAutofit/>
          </a:bodyPr>
          <a:lstStyle>
            <a:lvl1pPr marL="0" indent="0">
              <a:buNone/>
              <a:defRPr sz="1867" b="1" cap="all" baseline="0">
                <a:solidFill>
                  <a:srgbClr val="47484A"/>
                </a:solidFill>
              </a:defRPr>
            </a:lvl1pPr>
            <a:lvl2pPr marL="0" indent="0">
              <a:buNone/>
              <a:defRPr/>
            </a:lvl2pPr>
            <a:lvl3pPr marL="0" indent="0">
              <a:spcBef>
                <a:spcPts val="2400"/>
              </a:spcBef>
              <a:buNone/>
              <a:defRPr/>
            </a:lvl3pPr>
          </a:lstStyle>
          <a:p>
            <a:pPr lvl="0"/>
            <a:r>
              <a:rPr lang="en-US" dirty="0"/>
              <a:t>presenter name</a:t>
            </a:r>
          </a:p>
        </p:txBody>
      </p:sp>
      <p:sp>
        <p:nvSpPr>
          <p:cNvPr id="49" name="Text Placeholder 45"/>
          <p:cNvSpPr>
            <a:spLocks noGrp="1"/>
          </p:cNvSpPr>
          <p:nvPr>
            <p:ph type="body" sz="quarter" idx="18" hasCustomPrompt="1"/>
          </p:nvPr>
        </p:nvSpPr>
        <p:spPr>
          <a:xfrm>
            <a:off x="626535" y="4960384"/>
            <a:ext cx="3590495" cy="914400"/>
          </a:xfrm>
        </p:spPr>
        <p:txBody>
          <a:bodyPr lIns="0">
            <a:normAutofit/>
          </a:bodyPr>
          <a:lstStyle>
            <a:lvl1pPr marL="0" indent="0">
              <a:lnSpc>
                <a:spcPct val="95000"/>
              </a:lnSpc>
              <a:spcBef>
                <a:spcPts val="0"/>
              </a:spcBef>
              <a:buNone/>
              <a:defRPr sz="1867">
                <a:solidFill>
                  <a:srgbClr val="47484A"/>
                </a:solidFill>
              </a:defRPr>
            </a:lvl1pPr>
            <a:lvl2pPr marL="0" indent="0">
              <a:spcBef>
                <a:spcPts val="2400"/>
              </a:spcBef>
              <a:buNone/>
              <a:defRPr/>
            </a:lvl2pPr>
          </a:lstStyle>
          <a:p>
            <a:r>
              <a:rPr lang="en-US" dirty="0"/>
              <a:t>Add Presenter Title</a:t>
            </a:r>
            <a:br>
              <a:rPr lang="en-US" dirty="0"/>
            </a:br>
            <a:r>
              <a:rPr lang="en-US" dirty="0"/>
              <a:t>Optional Line 2</a:t>
            </a:r>
            <a:br>
              <a:rPr lang="en-US" dirty="0"/>
            </a:br>
            <a:r>
              <a:rPr lang="en-US" dirty="0"/>
              <a:t>Optional Line 3</a:t>
            </a:r>
          </a:p>
        </p:txBody>
      </p:sp>
      <p:sp>
        <p:nvSpPr>
          <p:cNvPr id="50" name="Text Placeholder 9"/>
          <p:cNvSpPr>
            <a:spLocks noGrp="1"/>
          </p:cNvSpPr>
          <p:nvPr>
            <p:ph type="body" sz="quarter" idx="21" hasCustomPrompt="1"/>
          </p:nvPr>
        </p:nvSpPr>
        <p:spPr>
          <a:xfrm>
            <a:off x="4556496" y="4582947"/>
            <a:ext cx="3590495" cy="393700"/>
          </a:xfrm>
        </p:spPr>
        <p:txBody>
          <a:bodyPr lIns="0" bIns="0" anchor="b">
            <a:normAutofit/>
          </a:bodyPr>
          <a:lstStyle>
            <a:lvl1pPr marL="0" indent="0">
              <a:buFont typeface="Arial" pitchFamily="34" charset="0"/>
              <a:buNone/>
              <a:defRPr sz="1867" b="1" cap="all" baseline="0">
                <a:solidFill>
                  <a:srgbClr val="47484A"/>
                </a:solidFill>
              </a:defRPr>
            </a:lvl1pPr>
            <a:lvl2pPr marL="0" indent="0">
              <a:buNone/>
              <a:defRPr/>
            </a:lvl2pPr>
            <a:lvl3pPr marL="0" indent="0">
              <a:spcBef>
                <a:spcPts val="2400"/>
              </a:spcBef>
              <a:buNone/>
              <a:defRPr/>
            </a:lvl3pPr>
          </a:lstStyle>
          <a:p>
            <a:r>
              <a:rPr lang="en-US" dirty="0"/>
              <a:t>PRESENTER NAME</a:t>
            </a:r>
          </a:p>
        </p:txBody>
      </p:sp>
      <p:sp>
        <p:nvSpPr>
          <p:cNvPr id="53" name="Text Placeholder 45"/>
          <p:cNvSpPr>
            <a:spLocks noGrp="1"/>
          </p:cNvSpPr>
          <p:nvPr>
            <p:ph type="body" sz="quarter" idx="22" hasCustomPrompt="1"/>
          </p:nvPr>
        </p:nvSpPr>
        <p:spPr>
          <a:xfrm>
            <a:off x="4556496" y="4960384"/>
            <a:ext cx="3590495" cy="914400"/>
          </a:xfrm>
        </p:spPr>
        <p:txBody>
          <a:bodyPr lIns="0">
            <a:normAutofit/>
          </a:bodyPr>
          <a:lstStyle>
            <a:lvl1pPr marL="0" indent="0">
              <a:lnSpc>
                <a:spcPct val="95000"/>
              </a:lnSpc>
              <a:spcBef>
                <a:spcPts val="0"/>
              </a:spcBef>
              <a:buFont typeface="Arial" pitchFamily="34" charset="0"/>
              <a:buNone/>
              <a:defRPr sz="1867">
                <a:solidFill>
                  <a:srgbClr val="47484A"/>
                </a:solidFill>
              </a:defRPr>
            </a:lvl1pPr>
            <a:lvl2pPr marL="0" indent="0">
              <a:spcBef>
                <a:spcPts val="2400"/>
              </a:spcBef>
              <a:buNone/>
              <a:defRPr/>
            </a:lvl2pPr>
          </a:lstStyle>
          <a:p>
            <a:pPr lvl="0"/>
            <a:r>
              <a:rPr lang="en-US" dirty="0"/>
              <a:t>Remove second presenter </a:t>
            </a:r>
            <a:br>
              <a:rPr lang="en-US" dirty="0"/>
            </a:br>
            <a:r>
              <a:rPr lang="en-US" dirty="0"/>
              <a:t>info if not needed</a:t>
            </a:r>
          </a:p>
        </p:txBody>
      </p:sp>
      <p:sp>
        <p:nvSpPr>
          <p:cNvPr id="54" name="Text Placeholder 9"/>
          <p:cNvSpPr>
            <a:spLocks noGrp="1"/>
          </p:cNvSpPr>
          <p:nvPr>
            <p:ph type="body" sz="quarter" idx="25" hasCustomPrompt="1"/>
          </p:nvPr>
        </p:nvSpPr>
        <p:spPr>
          <a:xfrm>
            <a:off x="8480263" y="4582947"/>
            <a:ext cx="3590495" cy="393700"/>
          </a:xfrm>
        </p:spPr>
        <p:txBody>
          <a:bodyPr lIns="0" bIns="0" anchor="b">
            <a:normAutofit/>
          </a:bodyPr>
          <a:lstStyle>
            <a:lvl1pPr marL="0" indent="0">
              <a:buFont typeface="Arial" pitchFamily="34" charset="0"/>
              <a:buNone/>
              <a:defRPr sz="1867" b="1" cap="all" baseline="0">
                <a:solidFill>
                  <a:srgbClr val="47484A"/>
                </a:solidFill>
              </a:defRPr>
            </a:lvl1pPr>
            <a:lvl2pPr marL="0" indent="0">
              <a:buNone/>
              <a:defRPr/>
            </a:lvl2pPr>
            <a:lvl3pPr marL="0" indent="0">
              <a:spcBef>
                <a:spcPts val="2400"/>
              </a:spcBef>
              <a:buNone/>
              <a:defRPr/>
            </a:lvl3pPr>
          </a:lstStyle>
          <a:p>
            <a:r>
              <a:rPr lang="en-US" dirty="0"/>
              <a:t>PRESENTER NAME</a:t>
            </a:r>
          </a:p>
        </p:txBody>
      </p:sp>
      <p:sp>
        <p:nvSpPr>
          <p:cNvPr id="55" name="Text Placeholder 45"/>
          <p:cNvSpPr>
            <a:spLocks noGrp="1"/>
          </p:cNvSpPr>
          <p:nvPr>
            <p:ph type="body" sz="quarter" idx="26" hasCustomPrompt="1"/>
          </p:nvPr>
        </p:nvSpPr>
        <p:spPr>
          <a:xfrm>
            <a:off x="8480263" y="4960384"/>
            <a:ext cx="3590495" cy="914400"/>
          </a:xfrm>
        </p:spPr>
        <p:txBody>
          <a:bodyPr lIns="0">
            <a:normAutofit/>
          </a:bodyPr>
          <a:lstStyle>
            <a:lvl1pPr marL="0" indent="0">
              <a:lnSpc>
                <a:spcPct val="95000"/>
              </a:lnSpc>
              <a:spcBef>
                <a:spcPts val="0"/>
              </a:spcBef>
              <a:buFont typeface="Arial" pitchFamily="34" charset="0"/>
              <a:buNone/>
              <a:defRPr sz="1867">
                <a:solidFill>
                  <a:srgbClr val="47484A"/>
                </a:solidFill>
              </a:defRPr>
            </a:lvl1pPr>
            <a:lvl2pPr marL="0" indent="0">
              <a:spcBef>
                <a:spcPts val="2400"/>
              </a:spcBef>
              <a:buNone/>
              <a:defRPr/>
            </a:lvl2pPr>
          </a:lstStyle>
          <a:p>
            <a:pPr lvl="0"/>
            <a:r>
              <a:rPr lang="en-US" dirty="0"/>
              <a:t>Remove third presenter </a:t>
            </a:r>
            <a:br>
              <a:rPr lang="en-US" dirty="0"/>
            </a:br>
            <a:r>
              <a:rPr lang="en-US" dirty="0"/>
              <a:t>info if not needed</a:t>
            </a:r>
          </a:p>
        </p:txBody>
      </p:sp>
      <p:sp>
        <p:nvSpPr>
          <p:cNvPr id="47" name="Text Placeholder 45"/>
          <p:cNvSpPr>
            <a:spLocks noGrp="1"/>
          </p:cNvSpPr>
          <p:nvPr>
            <p:ph type="body" sz="quarter" idx="19" hasCustomPrompt="1"/>
          </p:nvPr>
        </p:nvSpPr>
        <p:spPr>
          <a:xfrm>
            <a:off x="8480263" y="6094281"/>
            <a:ext cx="3590496" cy="515411"/>
          </a:xfrm>
        </p:spPr>
        <p:txBody>
          <a:bodyPr lIns="0" anchor="b"/>
          <a:lstStyle>
            <a:lvl1pPr marL="0" indent="0">
              <a:spcBef>
                <a:spcPts val="0"/>
              </a:spcBef>
              <a:buNone/>
              <a:defRPr sz="1867" baseline="0">
                <a:solidFill>
                  <a:srgbClr val="47484A"/>
                </a:solidFill>
              </a:defRPr>
            </a:lvl1pPr>
            <a:lvl2pPr marL="0" indent="0">
              <a:spcBef>
                <a:spcPts val="2400"/>
              </a:spcBef>
              <a:buNone/>
              <a:defRPr/>
            </a:lvl2pPr>
          </a:lstStyle>
          <a:p>
            <a:pPr lvl="0"/>
            <a:r>
              <a:rPr lang="en-US" dirty="0"/>
              <a:t>Presentation Date</a:t>
            </a:r>
            <a:br>
              <a:rPr lang="en-US" dirty="0"/>
            </a:br>
            <a:r>
              <a:rPr lang="en-US" dirty="0"/>
              <a:t>City, State (presentation location)</a:t>
            </a:r>
          </a:p>
        </p:txBody>
      </p:sp>
      <p:sp>
        <p:nvSpPr>
          <p:cNvPr id="16" name="TextBox 15"/>
          <p:cNvSpPr txBox="1"/>
          <p:nvPr userDrawn="1"/>
        </p:nvSpPr>
        <p:spPr>
          <a:xfrm>
            <a:off x="-1358552" y="-1972721"/>
            <a:ext cx="4670533" cy="1231299"/>
          </a:xfrm>
          <a:prstGeom prst="rect">
            <a:avLst/>
          </a:prstGeom>
          <a:solidFill>
            <a:schemeClr val="bg1">
              <a:lumMod val="50000"/>
            </a:schemeClr>
          </a:solidFill>
        </p:spPr>
        <p:txBody>
          <a:bodyPr wrap="square" rtlCol="0">
            <a:spAutoFit/>
          </a:bodyPr>
          <a:lstStyle/>
          <a:p>
            <a:r>
              <a:rPr lang="en-US" sz="1867" b="1" dirty="0">
                <a:solidFill>
                  <a:schemeClr val="bg1"/>
                </a:solidFill>
              </a:rPr>
              <a:t>Suggested</a:t>
            </a:r>
            <a:r>
              <a:rPr lang="en-US" sz="1867" b="1" baseline="0" dirty="0">
                <a:solidFill>
                  <a:schemeClr val="bg1"/>
                </a:solidFill>
              </a:rPr>
              <a:t> line of text (optional): </a:t>
            </a:r>
          </a:p>
          <a:p>
            <a:endParaRPr lang="en-US" sz="1867" b="1" baseline="0" dirty="0">
              <a:solidFill>
                <a:schemeClr val="bg1"/>
              </a:solidFill>
            </a:endParaRPr>
          </a:p>
          <a:p>
            <a:r>
              <a:rPr lang="en-US" sz="1867" b="1" baseline="0" dirty="0">
                <a:solidFill>
                  <a:schemeClr val="bg1"/>
                </a:solidFill>
              </a:rPr>
              <a:t>WE START WITH YES.</a:t>
            </a:r>
            <a:endParaRPr lang="en-US" sz="1867" dirty="0">
              <a:solidFill>
                <a:schemeClr val="bg1"/>
              </a:solidFill>
            </a:endParaRPr>
          </a:p>
          <a:p>
            <a:endParaRPr lang="en-US" dirty="0">
              <a:solidFill>
                <a:schemeClr val="bg1"/>
              </a:solidFill>
            </a:endParaRPr>
          </a:p>
        </p:txBody>
      </p:sp>
      <p:pic>
        <p:nvPicPr>
          <p:cNvPr id="19" name="Picture 1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0828" y="6269435"/>
            <a:ext cx="2728491" cy="347016"/>
          </a:xfrm>
          <a:prstGeom prst="rect">
            <a:avLst/>
          </a:prstGeom>
        </p:spPr>
      </p:pic>
    </p:spTree>
    <p:extLst>
      <p:ext uri="{BB962C8B-B14F-4D97-AF65-F5344CB8AC3E}">
        <p14:creationId xmlns:p14="http://schemas.microsoft.com/office/powerpoint/2010/main" val="25574276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ver Option B">
    <p:bg>
      <p:bgPr>
        <a:solidFill>
          <a:schemeClr val="bg1"/>
        </a:solidFill>
        <a:effectLst/>
      </p:bgPr>
    </p:bg>
    <p:spTree>
      <p:nvGrpSpPr>
        <p:cNvPr id="1" name=""/>
        <p:cNvGrpSpPr/>
        <p:nvPr/>
      </p:nvGrpSpPr>
      <p:grpSpPr>
        <a:xfrm>
          <a:off x="0" y="0"/>
          <a:ext cx="0" cy="0"/>
          <a:chOff x="0" y="0"/>
          <a:chExt cx="0" cy="0"/>
        </a:xfrm>
      </p:grpSpPr>
      <p:pic>
        <p:nvPicPr>
          <p:cNvPr id="16" name="Picture 2" descr="C:\Users\amiesen\Desktop\anlrgbppt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63969" y="6060003"/>
            <a:ext cx="2076449" cy="748036"/>
          </a:xfrm>
          <a:prstGeom prst="rect">
            <a:avLst/>
          </a:prstGeom>
          <a:noFill/>
          <a:extLst>
            <a:ext uri="{909E8E84-426E-40dd-AFC4-6F175D3DCCD1}">
              <a14:hiddenFill xmlns="" xmlns:a14="http://schemas.microsoft.com/office/drawing/2010/main">
                <a:solidFill>
                  <a:srgbClr val="FFFFFF"/>
                </a:solidFill>
              </a14:hiddenFill>
            </a:ext>
          </a:extLst>
        </p:spPr>
      </p:pic>
      <p:pic>
        <p:nvPicPr>
          <p:cNvPr id="83" name="Picture 82" descr="aerial view of Argonne with APS in front 5730-00068.jpg"/>
          <p:cNvPicPr>
            <a:picLocks noChangeAspect="1"/>
          </p:cNvPicPr>
          <p:nvPr userDrawn="1"/>
        </p:nvPicPr>
        <p:blipFill rotWithShape="1">
          <a:blip r:embed="rId3" cstate="email">
            <a:extLst>
              <a:ext uri="{28A0092B-C50C-407E-A947-70E740481C1C}">
                <a14:useLocalDpi xmlns:a14="http://schemas.microsoft.com/office/drawing/2010/main" val="0"/>
              </a:ext>
            </a:extLst>
          </a:blip>
          <a:srcRect t="10682" b="7135"/>
          <a:stretch/>
        </p:blipFill>
        <p:spPr>
          <a:xfrm>
            <a:off x="0" y="-27020"/>
            <a:ext cx="12192000" cy="6011939"/>
          </a:xfrm>
          <a:prstGeom prst="rect">
            <a:avLst/>
          </a:prstGeom>
        </p:spPr>
      </p:pic>
      <p:sp>
        <p:nvSpPr>
          <p:cNvPr id="84" name="Text Placeholder 1"/>
          <p:cNvSpPr>
            <a:spLocks noGrp="1"/>
          </p:cNvSpPr>
          <p:nvPr>
            <p:ph type="body" sz="quarter" idx="10" hasCustomPrompt="1"/>
          </p:nvPr>
        </p:nvSpPr>
        <p:spPr>
          <a:xfrm>
            <a:off x="0" y="-27020"/>
            <a:ext cx="12192000" cy="6011939"/>
          </a:xfrm>
          <a:solidFill>
            <a:schemeClr val="accent2">
              <a:alpha val="85000"/>
            </a:schemeClr>
          </a:solidFill>
        </p:spPr>
        <p:txBody>
          <a:bodyPr bIns="0" anchor="b"/>
          <a:lstStyle>
            <a:lvl1pPr marL="0" indent="0">
              <a:buNone/>
              <a:defRPr sz="133"/>
            </a:lvl1pPr>
          </a:lstStyle>
          <a:p>
            <a:r>
              <a:rPr lang="en-US" dirty="0"/>
              <a:t> </a:t>
            </a:r>
          </a:p>
        </p:txBody>
      </p:sp>
      <p:sp>
        <p:nvSpPr>
          <p:cNvPr id="8" name="Picture Placeholder 4"/>
          <p:cNvSpPr>
            <a:spLocks noGrp="1" noChangeAspect="1"/>
          </p:cNvSpPr>
          <p:nvPr>
            <p:ph type="pic" sz="quarter" idx="16" hasCustomPrompt="1"/>
          </p:nvPr>
        </p:nvSpPr>
        <p:spPr>
          <a:xfrm>
            <a:off x="6484969" y="1689100"/>
            <a:ext cx="5707033" cy="2706624"/>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a:xfrm>
            <a:off x="2" y="1689100"/>
            <a:ext cx="6484965" cy="2706624"/>
          </a:xfrm>
          <a:solidFill>
            <a:schemeClr val="accent2"/>
          </a:solidFill>
        </p:spPr>
        <p:txBody>
          <a:bodyPr lIns="457200" rIns="91440" anchor="ctr">
            <a:normAutofit/>
          </a:bodyPr>
          <a:lstStyle>
            <a:lvl1pPr>
              <a:defRPr sz="3733" baseline="0">
                <a:solidFill>
                  <a:schemeClr val="bg1"/>
                </a:solidFill>
              </a:defRPr>
            </a:lvl1pPr>
          </a:lstStyle>
          <a:p>
            <a:r>
              <a:rPr lang="en-US" dirty="0"/>
              <a:t>presentation title -Cover option B </a:t>
            </a:r>
            <a:br>
              <a:rPr lang="en-US" dirty="0"/>
            </a:br>
            <a:r>
              <a:rPr lang="en-US" dirty="0"/>
              <a:t>can be up to four </a:t>
            </a:r>
            <a:br>
              <a:rPr lang="en-US" dirty="0"/>
            </a:br>
            <a:r>
              <a:rPr lang="en-US" dirty="0"/>
              <a:t>or five lines of text</a:t>
            </a:r>
          </a:p>
        </p:txBody>
      </p:sp>
      <p:sp>
        <p:nvSpPr>
          <p:cNvPr id="4" name="Text Placeholder 3"/>
          <p:cNvSpPr>
            <a:spLocks noGrp="1"/>
          </p:cNvSpPr>
          <p:nvPr>
            <p:ph type="body" sz="quarter" idx="24" hasCustomPrompt="1"/>
          </p:nvPr>
        </p:nvSpPr>
        <p:spPr>
          <a:xfrm>
            <a:off x="1" y="204953"/>
            <a:ext cx="7802035" cy="1292225"/>
          </a:xfrm>
        </p:spPr>
        <p:txBody>
          <a:bodyPr lIns="457200" rIns="274320" anchor="ctr"/>
          <a:lstStyle>
            <a:lvl1pPr marL="0" indent="0">
              <a:buNone/>
              <a:defRPr cap="all" baseline="0">
                <a:solidFill>
                  <a:schemeClr val="bg1"/>
                </a:solidFill>
              </a:defRPr>
            </a:lvl1pPr>
          </a:lstStyle>
          <a:p>
            <a:pPr lvl="0"/>
            <a:r>
              <a:rPr lang="en-US" dirty="0"/>
              <a:t>Insert presentation date</a:t>
            </a:r>
          </a:p>
        </p:txBody>
      </p:sp>
      <p:sp>
        <p:nvSpPr>
          <p:cNvPr id="85" name="Text Placeholder 9"/>
          <p:cNvSpPr>
            <a:spLocks noGrp="1"/>
          </p:cNvSpPr>
          <p:nvPr>
            <p:ph type="body" sz="quarter" idx="17" hasCustomPrompt="1"/>
          </p:nvPr>
        </p:nvSpPr>
        <p:spPr>
          <a:xfrm>
            <a:off x="626535" y="4582947"/>
            <a:ext cx="3590495" cy="393700"/>
          </a:xfrm>
        </p:spPr>
        <p:txBody>
          <a:bodyPr lIns="0" bIns="0" anchor="b">
            <a:normAutofit/>
          </a:bodyPr>
          <a:lstStyle>
            <a:lvl1pPr marL="0" indent="0">
              <a:buNone/>
              <a:defRPr sz="1867" b="1" cap="all" baseline="0">
                <a:solidFill>
                  <a:schemeClr val="bg1"/>
                </a:solidFill>
              </a:defRPr>
            </a:lvl1pPr>
            <a:lvl2pPr marL="0" indent="0">
              <a:buNone/>
              <a:defRPr/>
            </a:lvl2pPr>
            <a:lvl3pPr marL="0" indent="0">
              <a:spcBef>
                <a:spcPts val="2400"/>
              </a:spcBef>
              <a:buNone/>
              <a:defRPr/>
            </a:lvl3pPr>
          </a:lstStyle>
          <a:p>
            <a:pPr lvl="0"/>
            <a:r>
              <a:rPr lang="en-US" dirty="0"/>
              <a:t>presenter name</a:t>
            </a:r>
          </a:p>
        </p:txBody>
      </p:sp>
      <p:sp>
        <p:nvSpPr>
          <p:cNvPr id="86" name="Text Placeholder 45"/>
          <p:cNvSpPr>
            <a:spLocks noGrp="1"/>
          </p:cNvSpPr>
          <p:nvPr>
            <p:ph type="body" sz="quarter" idx="18" hasCustomPrompt="1"/>
          </p:nvPr>
        </p:nvSpPr>
        <p:spPr>
          <a:xfrm>
            <a:off x="626535" y="4960384"/>
            <a:ext cx="3590495" cy="914400"/>
          </a:xfrm>
        </p:spPr>
        <p:txBody>
          <a:bodyPr lIns="0">
            <a:normAutofit/>
          </a:bodyPr>
          <a:lstStyle>
            <a:lvl1pPr marL="0" indent="0">
              <a:lnSpc>
                <a:spcPct val="95000"/>
              </a:lnSpc>
              <a:spcBef>
                <a:spcPts val="0"/>
              </a:spcBef>
              <a:buNone/>
              <a:defRPr sz="1867">
                <a:solidFill>
                  <a:schemeClr val="bg1"/>
                </a:solidFill>
              </a:defRPr>
            </a:lvl1pPr>
            <a:lvl2pPr marL="0" indent="0">
              <a:spcBef>
                <a:spcPts val="2400"/>
              </a:spcBef>
              <a:buNone/>
              <a:defRPr/>
            </a:lvl2pPr>
          </a:lstStyle>
          <a:p>
            <a:r>
              <a:rPr lang="en-US" dirty="0"/>
              <a:t>Add Presenter Title</a:t>
            </a:r>
            <a:br>
              <a:rPr lang="en-US" dirty="0"/>
            </a:br>
            <a:r>
              <a:rPr lang="en-US" dirty="0"/>
              <a:t>Optional Line 2</a:t>
            </a:r>
            <a:br>
              <a:rPr lang="en-US" dirty="0"/>
            </a:br>
            <a:r>
              <a:rPr lang="en-US" dirty="0"/>
              <a:t>Optional Line 3</a:t>
            </a:r>
          </a:p>
        </p:txBody>
      </p:sp>
      <p:sp>
        <p:nvSpPr>
          <p:cNvPr id="87" name="Text Placeholder 9"/>
          <p:cNvSpPr>
            <a:spLocks noGrp="1"/>
          </p:cNvSpPr>
          <p:nvPr>
            <p:ph type="body" sz="quarter" idx="21" hasCustomPrompt="1"/>
          </p:nvPr>
        </p:nvSpPr>
        <p:spPr>
          <a:xfrm>
            <a:off x="4556496" y="4582947"/>
            <a:ext cx="3590495" cy="393700"/>
          </a:xfrm>
        </p:spPr>
        <p:txBody>
          <a:bodyPr lIns="0" bIns="0" anchor="b">
            <a:normAutofit/>
          </a:bodyPr>
          <a:lstStyle>
            <a:lvl1pPr marL="0" indent="0">
              <a:buFont typeface="Arial" pitchFamily="34" charset="0"/>
              <a:buNone/>
              <a:defRPr sz="1867" b="1" cap="all" baseline="0">
                <a:solidFill>
                  <a:schemeClr val="bg1"/>
                </a:solidFill>
              </a:defRPr>
            </a:lvl1pPr>
            <a:lvl2pPr marL="0" indent="0">
              <a:buNone/>
              <a:defRPr/>
            </a:lvl2pPr>
            <a:lvl3pPr marL="0" indent="0">
              <a:spcBef>
                <a:spcPts val="2400"/>
              </a:spcBef>
              <a:buNone/>
              <a:defRPr/>
            </a:lvl3pPr>
          </a:lstStyle>
          <a:p>
            <a:pPr lvl="0"/>
            <a:r>
              <a:rPr lang="en-US" dirty="0"/>
              <a:t>presenter name</a:t>
            </a:r>
          </a:p>
        </p:txBody>
      </p:sp>
      <p:sp>
        <p:nvSpPr>
          <p:cNvPr id="88" name="Text Placeholder 45"/>
          <p:cNvSpPr>
            <a:spLocks noGrp="1"/>
          </p:cNvSpPr>
          <p:nvPr>
            <p:ph type="body" sz="quarter" idx="22" hasCustomPrompt="1"/>
          </p:nvPr>
        </p:nvSpPr>
        <p:spPr>
          <a:xfrm>
            <a:off x="4556496" y="4960384"/>
            <a:ext cx="3590495" cy="914400"/>
          </a:xfrm>
        </p:spPr>
        <p:txBody>
          <a:bodyPr lIns="0">
            <a:normAutofit/>
          </a:bodyPr>
          <a:lstStyle>
            <a:lvl1pPr marL="0" indent="0">
              <a:lnSpc>
                <a:spcPct val="95000"/>
              </a:lnSpc>
              <a:spcBef>
                <a:spcPts val="0"/>
              </a:spcBef>
              <a:buFont typeface="Arial" pitchFamily="34" charset="0"/>
              <a:buNone/>
              <a:defRPr sz="1867">
                <a:solidFill>
                  <a:schemeClr val="bg1"/>
                </a:solidFill>
              </a:defRPr>
            </a:lvl1pPr>
            <a:lvl2pPr marL="0" indent="0">
              <a:spcBef>
                <a:spcPts val="2400"/>
              </a:spcBef>
              <a:buNone/>
              <a:defRPr/>
            </a:lvl2pPr>
          </a:lstStyle>
          <a:p>
            <a:pPr lvl="0"/>
            <a:r>
              <a:rPr lang="en-US" dirty="0"/>
              <a:t>Remove second presenter info </a:t>
            </a:r>
            <a:br>
              <a:rPr lang="en-US" dirty="0"/>
            </a:br>
            <a:r>
              <a:rPr lang="en-US" dirty="0"/>
              <a:t>if not needed</a:t>
            </a:r>
          </a:p>
        </p:txBody>
      </p:sp>
      <p:sp>
        <p:nvSpPr>
          <p:cNvPr id="89" name="Text Placeholder 9"/>
          <p:cNvSpPr>
            <a:spLocks noGrp="1"/>
          </p:cNvSpPr>
          <p:nvPr>
            <p:ph type="body" sz="quarter" idx="25" hasCustomPrompt="1"/>
          </p:nvPr>
        </p:nvSpPr>
        <p:spPr>
          <a:xfrm>
            <a:off x="8480263" y="4582947"/>
            <a:ext cx="3590495" cy="393700"/>
          </a:xfrm>
        </p:spPr>
        <p:txBody>
          <a:bodyPr lIns="0" bIns="0" anchor="b">
            <a:normAutofit/>
          </a:bodyPr>
          <a:lstStyle>
            <a:lvl1pPr marL="0" indent="0">
              <a:buFont typeface="Arial" pitchFamily="34" charset="0"/>
              <a:buNone/>
              <a:defRPr sz="1867" b="1" cap="all" baseline="0">
                <a:solidFill>
                  <a:schemeClr val="bg1"/>
                </a:solidFill>
              </a:defRPr>
            </a:lvl1pPr>
            <a:lvl2pPr marL="0" indent="0">
              <a:buNone/>
              <a:defRPr/>
            </a:lvl2pPr>
            <a:lvl3pPr marL="0" indent="0">
              <a:spcBef>
                <a:spcPts val="2400"/>
              </a:spcBef>
              <a:buNone/>
              <a:defRPr/>
            </a:lvl3pPr>
          </a:lstStyle>
          <a:p>
            <a:pPr lvl="0"/>
            <a:r>
              <a:rPr lang="en-US" dirty="0"/>
              <a:t>presenter name</a:t>
            </a:r>
          </a:p>
        </p:txBody>
      </p:sp>
      <p:sp>
        <p:nvSpPr>
          <p:cNvPr id="90" name="Text Placeholder 45"/>
          <p:cNvSpPr>
            <a:spLocks noGrp="1"/>
          </p:cNvSpPr>
          <p:nvPr>
            <p:ph type="body" sz="quarter" idx="26" hasCustomPrompt="1"/>
          </p:nvPr>
        </p:nvSpPr>
        <p:spPr>
          <a:xfrm>
            <a:off x="8480263" y="4960384"/>
            <a:ext cx="3590495" cy="914400"/>
          </a:xfrm>
        </p:spPr>
        <p:txBody>
          <a:bodyPr lIns="0">
            <a:normAutofit/>
          </a:bodyPr>
          <a:lstStyle>
            <a:lvl1pPr marL="0" indent="0">
              <a:lnSpc>
                <a:spcPct val="95000"/>
              </a:lnSpc>
              <a:spcBef>
                <a:spcPts val="0"/>
              </a:spcBef>
              <a:buFont typeface="Arial" pitchFamily="34" charset="0"/>
              <a:buNone/>
              <a:defRPr sz="1867">
                <a:solidFill>
                  <a:schemeClr val="bg1"/>
                </a:solidFill>
              </a:defRPr>
            </a:lvl1pPr>
            <a:lvl2pPr marL="0" indent="0">
              <a:spcBef>
                <a:spcPts val="2400"/>
              </a:spcBef>
              <a:buNone/>
              <a:defRPr/>
            </a:lvl2pPr>
          </a:lstStyle>
          <a:p>
            <a:pPr lvl="0"/>
            <a:r>
              <a:rPr lang="en-US" dirty="0"/>
              <a:t>Remove third presenter info </a:t>
            </a:r>
            <a:br>
              <a:rPr lang="en-US" dirty="0"/>
            </a:br>
            <a:r>
              <a:rPr lang="en-US" dirty="0"/>
              <a:t>if not needed</a:t>
            </a:r>
          </a:p>
        </p:txBody>
      </p:sp>
      <p:sp>
        <p:nvSpPr>
          <p:cNvPr id="47" name="Text Placeholder 4"/>
          <p:cNvSpPr>
            <a:spLocks noGrp="1"/>
          </p:cNvSpPr>
          <p:nvPr>
            <p:ph type="body" sz="quarter" idx="12" hasCustomPrompt="1"/>
          </p:nvPr>
        </p:nvSpPr>
        <p:spPr>
          <a:xfrm>
            <a:off x="-2" y="1689100"/>
            <a:ext cx="319619" cy="2706624"/>
          </a:xfrm>
          <a:solidFill>
            <a:schemeClr val="tx2"/>
          </a:solidFill>
        </p:spPr>
        <p:txBody>
          <a:bodyPr bIns="0" anchor="b"/>
          <a:lstStyle>
            <a:lvl1pPr marL="0" indent="0">
              <a:buNone/>
              <a:defRPr sz="133"/>
            </a:lvl1pPr>
          </a:lstStyle>
          <a:p>
            <a:pPr lvl="0"/>
            <a:r>
              <a:rPr lang="en-US" dirty="0"/>
              <a:t>  </a:t>
            </a:r>
          </a:p>
        </p:txBody>
      </p:sp>
      <p:sp>
        <p:nvSpPr>
          <p:cNvPr id="155" name="TextBox 154"/>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pic>
        <p:nvPicPr>
          <p:cNvPr id="18" name="Picture 1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0828" y="6269435"/>
            <a:ext cx="2728491" cy="347016"/>
          </a:xfrm>
          <a:prstGeom prst="rect">
            <a:avLst/>
          </a:prstGeom>
        </p:spPr>
      </p:pic>
    </p:spTree>
    <p:extLst>
      <p:ext uri="{BB962C8B-B14F-4D97-AF65-F5344CB8AC3E}">
        <p14:creationId xmlns:p14="http://schemas.microsoft.com/office/powerpoint/2010/main" val="41734306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ver Option C">
    <p:bg>
      <p:bgPr>
        <a:solidFill>
          <a:schemeClr val="bg1"/>
        </a:solidFill>
        <a:effectLst/>
      </p:bgPr>
    </p:bg>
    <p:spTree>
      <p:nvGrpSpPr>
        <p:cNvPr id="1" name=""/>
        <p:cNvGrpSpPr/>
        <p:nvPr/>
      </p:nvGrpSpPr>
      <p:grpSpPr>
        <a:xfrm>
          <a:off x="0" y="0"/>
          <a:ext cx="0" cy="0"/>
          <a:chOff x="0" y="0"/>
          <a:chExt cx="0" cy="0"/>
        </a:xfrm>
      </p:grpSpPr>
      <p:pic>
        <p:nvPicPr>
          <p:cNvPr id="15" name="Picture 2" descr="C:\Users\amiesen\Desktop\anlrgbppt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63969" y="109775"/>
            <a:ext cx="2076449" cy="748036"/>
          </a:xfrm>
          <a:prstGeom prst="rect">
            <a:avLst/>
          </a:prstGeom>
          <a:noFill/>
          <a:extLst>
            <a:ext uri="{909E8E84-426E-40dd-AFC4-6F175D3DCCD1}">
              <a14:hiddenFill xmlns="" xmlns:a14="http://schemas.microsoft.com/office/drawing/2010/main">
                <a:solidFill>
                  <a:srgbClr val="FFFFFF"/>
                </a:solidFill>
              </a14:hiddenFill>
            </a:ext>
          </a:extLst>
        </p:spPr>
      </p:pic>
      <p:sp>
        <p:nvSpPr>
          <p:cNvPr id="50" name="Text Placeholder 9"/>
          <p:cNvSpPr>
            <a:spLocks noGrp="1"/>
          </p:cNvSpPr>
          <p:nvPr>
            <p:ph type="body" sz="quarter" idx="17" hasCustomPrompt="1"/>
          </p:nvPr>
        </p:nvSpPr>
        <p:spPr>
          <a:xfrm>
            <a:off x="626535" y="4945566"/>
            <a:ext cx="3590495" cy="393700"/>
          </a:xfrm>
        </p:spPr>
        <p:txBody>
          <a:bodyPr lIns="0" bIns="0" anchor="b">
            <a:normAutofit/>
          </a:bodyPr>
          <a:lstStyle>
            <a:lvl1pPr marL="0" indent="0">
              <a:buNone/>
              <a:defRPr sz="1867" b="1" cap="all" baseline="0">
                <a:solidFill>
                  <a:srgbClr val="47484A"/>
                </a:solidFill>
              </a:defRPr>
            </a:lvl1pPr>
            <a:lvl2pPr marL="0" indent="0">
              <a:buNone/>
              <a:defRPr/>
            </a:lvl2pPr>
            <a:lvl3pPr marL="0" indent="0">
              <a:spcBef>
                <a:spcPts val="2400"/>
              </a:spcBef>
              <a:buNone/>
              <a:defRPr/>
            </a:lvl3pPr>
          </a:lstStyle>
          <a:p>
            <a:pPr lvl="0"/>
            <a:r>
              <a:rPr lang="en-US" dirty="0"/>
              <a:t>presenter name</a:t>
            </a:r>
          </a:p>
        </p:txBody>
      </p:sp>
      <p:sp>
        <p:nvSpPr>
          <p:cNvPr id="53" name="Text Placeholder 45"/>
          <p:cNvSpPr>
            <a:spLocks noGrp="1"/>
          </p:cNvSpPr>
          <p:nvPr>
            <p:ph type="body" sz="quarter" idx="18" hasCustomPrompt="1"/>
          </p:nvPr>
        </p:nvSpPr>
        <p:spPr>
          <a:xfrm>
            <a:off x="626535" y="5323001"/>
            <a:ext cx="3590495" cy="746723"/>
          </a:xfrm>
        </p:spPr>
        <p:txBody>
          <a:bodyPr lIns="0">
            <a:normAutofit/>
          </a:bodyPr>
          <a:lstStyle>
            <a:lvl1pPr marL="0" indent="0">
              <a:lnSpc>
                <a:spcPct val="95000"/>
              </a:lnSpc>
              <a:spcBef>
                <a:spcPts val="0"/>
              </a:spcBef>
              <a:buNone/>
              <a:defRPr sz="1867">
                <a:solidFill>
                  <a:srgbClr val="47484A"/>
                </a:solidFill>
              </a:defRPr>
            </a:lvl1pPr>
            <a:lvl2pPr marL="0" indent="0">
              <a:spcBef>
                <a:spcPts val="2400"/>
              </a:spcBef>
              <a:buNone/>
              <a:defRPr/>
            </a:lvl2pPr>
          </a:lstStyle>
          <a:p>
            <a:r>
              <a:rPr lang="en-US" dirty="0"/>
              <a:t>Add Presenter Title</a:t>
            </a:r>
            <a:br>
              <a:rPr lang="en-US" dirty="0"/>
            </a:br>
            <a:r>
              <a:rPr lang="en-US" dirty="0"/>
              <a:t>Optional Line 2</a:t>
            </a:r>
            <a:br>
              <a:rPr lang="en-US" dirty="0"/>
            </a:br>
            <a:endParaRPr lang="en-US" dirty="0"/>
          </a:p>
        </p:txBody>
      </p:sp>
      <p:sp>
        <p:nvSpPr>
          <p:cNvPr id="56" name="Text Placeholder 9"/>
          <p:cNvSpPr>
            <a:spLocks noGrp="1"/>
          </p:cNvSpPr>
          <p:nvPr>
            <p:ph type="body" sz="quarter" idx="21" hasCustomPrompt="1"/>
          </p:nvPr>
        </p:nvSpPr>
        <p:spPr>
          <a:xfrm>
            <a:off x="4556496" y="4945566"/>
            <a:ext cx="3590495" cy="393700"/>
          </a:xfrm>
        </p:spPr>
        <p:txBody>
          <a:bodyPr lIns="0" bIns="0" anchor="b">
            <a:normAutofit/>
          </a:bodyPr>
          <a:lstStyle>
            <a:lvl1pPr marL="0" indent="0">
              <a:buFont typeface="Arial" pitchFamily="34" charset="0"/>
              <a:buNone/>
              <a:defRPr sz="1867" b="1" cap="all" baseline="0">
                <a:solidFill>
                  <a:srgbClr val="47484A"/>
                </a:solidFill>
              </a:defRPr>
            </a:lvl1pPr>
            <a:lvl2pPr marL="0" indent="0">
              <a:buNone/>
              <a:defRPr/>
            </a:lvl2pPr>
            <a:lvl3pPr marL="0" indent="0">
              <a:spcBef>
                <a:spcPts val="2400"/>
              </a:spcBef>
              <a:buNone/>
              <a:defRPr/>
            </a:lvl3pPr>
          </a:lstStyle>
          <a:p>
            <a:pPr lvl="0"/>
            <a:r>
              <a:rPr lang="en-US" dirty="0"/>
              <a:t>presenter name</a:t>
            </a:r>
          </a:p>
        </p:txBody>
      </p:sp>
      <p:sp>
        <p:nvSpPr>
          <p:cNvPr id="57" name="Text Placeholder 45"/>
          <p:cNvSpPr>
            <a:spLocks noGrp="1"/>
          </p:cNvSpPr>
          <p:nvPr>
            <p:ph type="body" sz="quarter" idx="22" hasCustomPrompt="1"/>
          </p:nvPr>
        </p:nvSpPr>
        <p:spPr>
          <a:xfrm>
            <a:off x="4556496" y="5323001"/>
            <a:ext cx="3590495" cy="746723"/>
          </a:xfrm>
        </p:spPr>
        <p:txBody>
          <a:bodyPr lIns="0">
            <a:normAutofit/>
          </a:bodyPr>
          <a:lstStyle>
            <a:lvl1pPr marL="0" indent="0">
              <a:lnSpc>
                <a:spcPct val="95000"/>
              </a:lnSpc>
              <a:spcBef>
                <a:spcPts val="0"/>
              </a:spcBef>
              <a:buFont typeface="Arial" pitchFamily="34" charset="0"/>
              <a:buNone/>
              <a:defRPr sz="1867">
                <a:solidFill>
                  <a:srgbClr val="47484A"/>
                </a:solidFill>
              </a:defRPr>
            </a:lvl1pPr>
            <a:lvl2pPr marL="0" indent="0">
              <a:spcBef>
                <a:spcPts val="2400"/>
              </a:spcBef>
              <a:buNone/>
              <a:defRPr/>
            </a:lvl2pPr>
          </a:lstStyle>
          <a:p>
            <a:pPr lvl="0"/>
            <a:r>
              <a:rPr lang="en-US" dirty="0"/>
              <a:t>Remove second presenter info </a:t>
            </a:r>
            <a:br>
              <a:rPr lang="en-US" dirty="0"/>
            </a:br>
            <a:r>
              <a:rPr lang="en-US" dirty="0"/>
              <a:t>if not needed</a:t>
            </a:r>
          </a:p>
        </p:txBody>
      </p:sp>
      <p:sp>
        <p:nvSpPr>
          <p:cNvPr id="45" name="Picture Placeholder 4"/>
          <p:cNvSpPr>
            <a:spLocks noGrp="1" noChangeAspect="1"/>
          </p:cNvSpPr>
          <p:nvPr>
            <p:ph type="pic" sz="quarter" idx="16" hasCustomPrompt="1"/>
          </p:nvPr>
        </p:nvSpPr>
        <p:spPr>
          <a:xfrm>
            <a:off x="290836" y="899575"/>
            <a:ext cx="11901165" cy="2761535"/>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a:xfrm>
            <a:off x="626533" y="3726367"/>
            <a:ext cx="11270539" cy="862880"/>
          </a:xfrm>
        </p:spPr>
        <p:txBody>
          <a:bodyPr lIns="0" rIns="91440" anchor="b">
            <a:normAutofit/>
          </a:bodyPr>
          <a:lstStyle>
            <a:lvl1pPr>
              <a:defRPr sz="3733" baseline="0">
                <a:solidFill>
                  <a:schemeClr val="tx1">
                    <a:lumMod val="50000"/>
                  </a:schemeClr>
                </a:solidFill>
              </a:defRPr>
            </a:lvl1pPr>
          </a:lstStyle>
          <a:p>
            <a:r>
              <a:rPr lang="en-US" dirty="0"/>
              <a:t>presentation title – cover option c </a:t>
            </a:r>
          </a:p>
        </p:txBody>
      </p:sp>
      <p:sp>
        <p:nvSpPr>
          <p:cNvPr id="87" name="Text Placeholder 9"/>
          <p:cNvSpPr>
            <a:spLocks noGrp="1"/>
          </p:cNvSpPr>
          <p:nvPr>
            <p:ph type="body" sz="quarter" idx="23" hasCustomPrompt="1"/>
          </p:nvPr>
        </p:nvSpPr>
        <p:spPr>
          <a:xfrm>
            <a:off x="8480263" y="4945566"/>
            <a:ext cx="3590495" cy="393700"/>
          </a:xfrm>
        </p:spPr>
        <p:txBody>
          <a:bodyPr lIns="0" bIns="0" anchor="b">
            <a:normAutofit/>
          </a:bodyPr>
          <a:lstStyle>
            <a:lvl1pPr marL="0" indent="0">
              <a:buFont typeface="Arial" pitchFamily="34" charset="0"/>
              <a:buNone/>
              <a:defRPr sz="1867" b="1" cap="all" baseline="0">
                <a:solidFill>
                  <a:srgbClr val="47484A"/>
                </a:solidFill>
              </a:defRPr>
            </a:lvl1pPr>
            <a:lvl2pPr marL="0" indent="0">
              <a:buNone/>
              <a:defRPr/>
            </a:lvl2pPr>
            <a:lvl3pPr marL="0" indent="0">
              <a:spcBef>
                <a:spcPts val="2400"/>
              </a:spcBef>
              <a:buNone/>
              <a:defRPr/>
            </a:lvl3pPr>
          </a:lstStyle>
          <a:p>
            <a:pPr lvl="0"/>
            <a:r>
              <a:rPr lang="en-US" dirty="0"/>
              <a:t>presenter name</a:t>
            </a:r>
          </a:p>
        </p:txBody>
      </p:sp>
      <p:sp>
        <p:nvSpPr>
          <p:cNvPr id="88" name="Text Placeholder 45"/>
          <p:cNvSpPr>
            <a:spLocks noGrp="1"/>
          </p:cNvSpPr>
          <p:nvPr>
            <p:ph type="body" sz="quarter" idx="24" hasCustomPrompt="1"/>
          </p:nvPr>
        </p:nvSpPr>
        <p:spPr>
          <a:xfrm>
            <a:off x="8480263" y="5323001"/>
            <a:ext cx="3590495" cy="746723"/>
          </a:xfrm>
        </p:spPr>
        <p:txBody>
          <a:bodyPr lIns="0">
            <a:normAutofit/>
          </a:bodyPr>
          <a:lstStyle>
            <a:lvl1pPr marL="0" indent="0">
              <a:lnSpc>
                <a:spcPct val="95000"/>
              </a:lnSpc>
              <a:spcBef>
                <a:spcPts val="0"/>
              </a:spcBef>
              <a:buFont typeface="Arial" pitchFamily="34" charset="0"/>
              <a:buNone/>
              <a:defRPr sz="1867">
                <a:solidFill>
                  <a:srgbClr val="47484A"/>
                </a:solidFill>
              </a:defRPr>
            </a:lvl1pPr>
            <a:lvl2pPr marL="0" indent="0">
              <a:spcBef>
                <a:spcPts val="2400"/>
              </a:spcBef>
              <a:buNone/>
              <a:defRPr/>
            </a:lvl2pPr>
          </a:lstStyle>
          <a:p>
            <a:pPr lvl="0"/>
            <a:r>
              <a:rPr lang="en-US" dirty="0"/>
              <a:t>Remove third presenter info </a:t>
            </a:r>
            <a:br>
              <a:rPr lang="en-US" dirty="0"/>
            </a:br>
            <a:r>
              <a:rPr lang="en-US" dirty="0"/>
              <a:t>if not needed</a:t>
            </a:r>
          </a:p>
        </p:txBody>
      </p:sp>
      <p:sp>
        <p:nvSpPr>
          <p:cNvPr id="5" name="Text Placeholder 4"/>
          <p:cNvSpPr>
            <a:spLocks noGrp="1"/>
          </p:cNvSpPr>
          <p:nvPr>
            <p:ph type="body" sz="quarter" idx="25" hasCustomPrompt="1"/>
          </p:nvPr>
        </p:nvSpPr>
        <p:spPr>
          <a:xfrm>
            <a:off x="626533" y="4589247"/>
            <a:ext cx="11313219" cy="331077"/>
          </a:xfrm>
        </p:spPr>
        <p:txBody>
          <a:bodyPr/>
          <a:lstStyle>
            <a:lvl1pPr marL="0" indent="0">
              <a:buNone/>
              <a:defRPr b="1" baseline="0">
                <a:solidFill>
                  <a:schemeClr val="accent2"/>
                </a:solidFill>
              </a:defRPr>
            </a:lvl1pPr>
          </a:lstStyle>
          <a:p>
            <a:pPr lvl="0"/>
            <a:r>
              <a:rPr lang="en-US" dirty="0"/>
              <a:t>Subtitle – delete if not needed</a:t>
            </a:r>
          </a:p>
        </p:txBody>
      </p:sp>
      <p:sp>
        <p:nvSpPr>
          <p:cNvPr id="46" name="Text Placeholder 4"/>
          <p:cNvSpPr>
            <a:spLocks noGrp="1"/>
          </p:cNvSpPr>
          <p:nvPr>
            <p:ph type="body" sz="quarter" idx="12" hasCustomPrompt="1"/>
          </p:nvPr>
        </p:nvSpPr>
        <p:spPr>
          <a:xfrm>
            <a:off x="3" y="899573"/>
            <a:ext cx="299452" cy="2761488"/>
          </a:xfrm>
          <a:solidFill>
            <a:schemeClr val="tx2"/>
          </a:solidFill>
        </p:spPr>
        <p:txBody>
          <a:bodyPr bIns="0" anchor="b"/>
          <a:lstStyle>
            <a:lvl1pPr marL="0" indent="0">
              <a:buNone/>
              <a:defRPr sz="133"/>
            </a:lvl1pPr>
          </a:lstStyle>
          <a:p>
            <a:pPr lvl="0"/>
            <a:r>
              <a:rPr lang="en-US" dirty="0"/>
              <a:t>  </a:t>
            </a:r>
          </a:p>
        </p:txBody>
      </p:sp>
      <p:sp>
        <p:nvSpPr>
          <p:cNvPr id="186" name="TextBox 185"/>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
        <p:nvSpPr>
          <p:cNvPr id="16" name="Text Placeholder 4"/>
          <p:cNvSpPr>
            <a:spLocks noGrp="1"/>
          </p:cNvSpPr>
          <p:nvPr>
            <p:ph type="body" sz="quarter" idx="26" hasCustomPrompt="1"/>
          </p:nvPr>
        </p:nvSpPr>
        <p:spPr>
          <a:xfrm>
            <a:off x="670984" y="401282"/>
            <a:ext cx="7979531" cy="441436"/>
          </a:xfrm>
        </p:spPr>
        <p:txBody>
          <a:bodyPr/>
          <a:lstStyle>
            <a:lvl1pPr marL="0" indent="0">
              <a:buNone/>
              <a:defRPr sz="1333" b="1" cap="all" baseline="0">
                <a:solidFill>
                  <a:schemeClr val="tx1"/>
                </a:solidFill>
              </a:defRPr>
            </a:lvl1pPr>
          </a:lstStyle>
          <a:p>
            <a:r>
              <a:rPr lang="en-US" sz="1333" b="0" cap="all" dirty="0">
                <a:solidFill>
                  <a:srgbClr val="000000"/>
                </a:solidFill>
              </a:rPr>
              <a:t>Type in Name of </a:t>
            </a:r>
            <a:r>
              <a:rPr lang="en-US" sz="1333" b="0" cap="all" dirty="0" err="1">
                <a:solidFill>
                  <a:srgbClr val="000000"/>
                </a:solidFill>
              </a:rPr>
              <a:t>fACILITY</a:t>
            </a:r>
            <a:r>
              <a:rPr lang="en-US" sz="1333" b="0" cap="all" dirty="0">
                <a:solidFill>
                  <a:srgbClr val="000000"/>
                </a:solidFill>
              </a:rPr>
              <a:t>, division, group, program or </a:t>
            </a:r>
            <a:r>
              <a:rPr lang="en-US" sz="1333" dirty="0">
                <a:solidFill>
                  <a:srgbClr val="000000"/>
                </a:solidFill>
              </a:rPr>
              <a:t>www.anl.gov</a:t>
            </a:r>
          </a:p>
        </p:txBody>
      </p:sp>
      <p:sp>
        <p:nvSpPr>
          <p:cNvPr id="17" name="Text Placeholder 45"/>
          <p:cNvSpPr>
            <a:spLocks noGrp="1"/>
          </p:cNvSpPr>
          <p:nvPr>
            <p:ph type="body" sz="quarter" idx="27" hasCustomPrompt="1"/>
          </p:nvPr>
        </p:nvSpPr>
        <p:spPr>
          <a:xfrm>
            <a:off x="8480263" y="6094281"/>
            <a:ext cx="3590496" cy="515411"/>
          </a:xfrm>
        </p:spPr>
        <p:txBody>
          <a:bodyPr lIns="0" anchor="b"/>
          <a:lstStyle>
            <a:lvl1pPr marL="0" indent="0">
              <a:spcBef>
                <a:spcPts val="0"/>
              </a:spcBef>
              <a:buNone/>
              <a:defRPr sz="1867" baseline="0">
                <a:solidFill>
                  <a:srgbClr val="47484A"/>
                </a:solidFill>
              </a:defRPr>
            </a:lvl1pPr>
            <a:lvl2pPr marL="0" indent="0">
              <a:spcBef>
                <a:spcPts val="2400"/>
              </a:spcBef>
              <a:buNone/>
              <a:defRPr/>
            </a:lvl2pPr>
          </a:lstStyle>
          <a:p>
            <a:pPr lvl="0"/>
            <a:r>
              <a:rPr lang="en-US" dirty="0"/>
              <a:t>Presentation Date</a:t>
            </a:r>
            <a:br>
              <a:rPr lang="en-US" dirty="0"/>
            </a:br>
            <a:r>
              <a:rPr lang="en-US" dirty="0"/>
              <a:t>City, State (presentation location)</a:t>
            </a:r>
          </a:p>
        </p:txBody>
      </p:sp>
      <p:pic>
        <p:nvPicPr>
          <p:cNvPr id="19" name="Picture 1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0828" y="6269435"/>
            <a:ext cx="2728491" cy="347016"/>
          </a:xfrm>
          <a:prstGeom prst="rect">
            <a:avLst/>
          </a:prstGeom>
        </p:spPr>
      </p:pic>
    </p:spTree>
    <p:extLst>
      <p:ext uri="{BB962C8B-B14F-4D97-AF65-F5344CB8AC3E}">
        <p14:creationId xmlns:p14="http://schemas.microsoft.com/office/powerpoint/2010/main" val="11916934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ver Option D">
    <p:bg>
      <p:bgPr>
        <a:solidFill>
          <a:schemeClr val="bg1"/>
        </a:solidFill>
        <a:effectLst/>
      </p:bgPr>
    </p:bg>
    <p:spTree>
      <p:nvGrpSpPr>
        <p:cNvPr id="1" name=""/>
        <p:cNvGrpSpPr/>
        <p:nvPr/>
      </p:nvGrpSpPr>
      <p:grpSpPr>
        <a:xfrm>
          <a:off x="0" y="0"/>
          <a:ext cx="0" cy="0"/>
          <a:chOff x="0" y="0"/>
          <a:chExt cx="0" cy="0"/>
        </a:xfrm>
      </p:grpSpPr>
      <p:pic>
        <p:nvPicPr>
          <p:cNvPr id="15" name="Picture 2" descr="C:\Users\amiesen\Desktop\anlrgbppt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63969" y="227511"/>
            <a:ext cx="2076449" cy="748036"/>
          </a:xfrm>
          <a:prstGeom prst="rect">
            <a:avLst/>
          </a:prstGeom>
          <a:noFill/>
          <a:extLst>
            <a:ext uri="{909E8E84-426E-40dd-AFC4-6F175D3DCCD1}">
              <a14:hiddenFill xmlns="" xmlns:a14="http://schemas.microsoft.com/office/drawing/2010/main">
                <a:solidFill>
                  <a:srgbClr val="FFFFFF"/>
                </a:solidFill>
              </a14:hiddenFill>
            </a:ext>
          </a:extLst>
        </p:spPr>
      </p:pic>
      <p:sp>
        <p:nvSpPr>
          <p:cNvPr id="50" name="Text Placeholder 9"/>
          <p:cNvSpPr>
            <a:spLocks noGrp="1"/>
          </p:cNvSpPr>
          <p:nvPr>
            <p:ph type="body" sz="quarter" idx="17" hasCustomPrompt="1"/>
          </p:nvPr>
        </p:nvSpPr>
        <p:spPr>
          <a:xfrm>
            <a:off x="626535" y="4581631"/>
            <a:ext cx="3590495" cy="393700"/>
          </a:xfrm>
        </p:spPr>
        <p:txBody>
          <a:bodyPr lIns="0" bIns="0" anchor="b">
            <a:normAutofit/>
          </a:bodyPr>
          <a:lstStyle>
            <a:lvl1pPr marL="0" indent="0">
              <a:buNone/>
              <a:defRPr sz="1867" b="1" cap="all" baseline="0">
                <a:solidFill>
                  <a:srgbClr val="47484A"/>
                </a:solidFill>
              </a:defRPr>
            </a:lvl1pPr>
            <a:lvl2pPr marL="0" indent="0">
              <a:buNone/>
              <a:defRPr/>
            </a:lvl2pPr>
            <a:lvl3pPr marL="0" indent="0">
              <a:spcBef>
                <a:spcPts val="2400"/>
              </a:spcBef>
              <a:buNone/>
              <a:defRPr/>
            </a:lvl3pPr>
          </a:lstStyle>
          <a:p>
            <a:pPr lvl="0"/>
            <a:r>
              <a:rPr lang="en-US" dirty="0"/>
              <a:t>presenter name</a:t>
            </a:r>
          </a:p>
        </p:txBody>
      </p:sp>
      <p:sp>
        <p:nvSpPr>
          <p:cNvPr id="53" name="Text Placeholder 45"/>
          <p:cNvSpPr>
            <a:spLocks noGrp="1"/>
          </p:cNvSpPr>
          <p:nvPr>
            <p:ph type="body" sz="quarter" idx="18" hasCustomPrompt="1"/>
          </p:nvPr>
        </p:nvSpPr>
        <p:spPr>
          <a:xfrm>
            <a:off x="626535" y="4959068"/>
            <a:ext cx="3590495" cy="914400"/>
          </a:xfrm>
        </p:spPr>
        <p:txBody>
          <a:bodyPr lIns="0">
            <a:normAutofit/>
          </a:bodyPr>
          <a:lstStyle>
            <a:lvl1pPr marL="0" indent="0">
              <a:lnSpc>
                <a:spcPct val="95000"/>
              </a:lnSpc>
              <a:spcBef>
                <a:spcPts val="0"/>
              </a:spcBef>
              <a:buNone/>
              <a:defRPr sz="1867">
                <a:solidFill>
                  <a:srgbClr val="47484A"/>
                </a:solidFill>
              </a:defRPr>
            </a:lvl1pPr>
            <a:lvl2pPr marL="0" indent="0">
              <a:spcBef>
                <a:spcPts val="2400"/>
              </a:spcBef>
              <a:buNone/>
              <a:defRPr/>
            </a:lvl2pPr>
          </a:lstStyle>
          <a:p>
            <a:r>
              <a:rPr lang="en-US" dirty="0"/>
              <a:t>Add Presenter Title</a:t>
            </a:r>
            <a:br>
              <a:rPr lang="en-US" dirty="0"/>
            </a:br>
            <a:r>
              <a:rPr lang="en-US" dirty="0"/>
              <a:t>Optional Line 2</a:t>
            </a:r>
            <a:br>
              <a:rPr lang="en-US" dirty="0"/>
            </a:br>
            <a:r>
              <a:rPr lang="en-US" dirty="0"/>
              <a:t>Optional Line 3</a:t>
            </a:r>
          </a:p>
        </p:txBody>
      </p:sp>
      <p:sp>
        <p:nvSpPr>
          <p:cNvPr id="56" name="Text Placeholder 9"/>
          <p:cNvSpPr>
            <a:spLocks noGrp="1"/>
          </p:cNvSpPr>
          <p:nvPr>
            <p:ph type="body" sz="quarter" idx="21" hasCustomPrompt="1"/>
          </p:nvPr>
        </p:nvSpPr>
        <p:spPr>
          <a:xfrm>
            <a:off x="4556496" y="4581631"/>
            <a:ext cx="3590495" cy="393700"/>
          </a:xfrm>
        </p:spPr>
        <p:txBody>
          <a:bodyPr lIns="0" bIns="0" anchor="b">
            <a:normAutofit/>
          </a:bodyPr>
          <a:lstStyle>
            <a:lvl1pPr marL="0" indent="0">
              <a:buFont typeface="Arial" pitchFamily="34" charset="0"/>
              <a:buNone/>
              <a:defRPr sz="1867" b="1" cap="all" baseline="0">
                <a:solidFill>
                  <a:srgbClr val="47484A"/>
                </a:solidFill>
              </a:defRPr>
            </a:lvl1pPr>
            <a:lvl2pPr marL="0" indent="0">
              <a:buNone/>
              <a:defRPr/>
            </a:lvl2pPr>
            <a:lvl3pPr marL="0" indent="0">
              <a:spcBef>
                <a:spcPts val="2400"/>
              </a:spcBef>
              <a:buNone/>
              <a:defRPr/>
            </a:lvl3pPr>
          </a:lstStyle>
          <a:p>
            <a:pPr lvl="0"/>
            <a:r>
              <a:rPr lang="en-US" dirty="0"/>
              <a:t>presenter name</a:t>
            </a:r>
          </a:p>
        </p:txBody>
      </p:sp>
      <p:sp>
        <p:nvSpPr>
          <p:cNvPr id="57" name="Text Placeholder 45"/>
          <p:cNvSpPr>
            <a:spLocks noGrp="1"/>
          </p:cNvSpPr>
          <p:nvPr>
            <p:ph type="body" sz="quarter" idx="22" hasCustomPrompt="1"/>
          </p:nvPr>
        </p:nvSpPr>
        <p:spPr>
          <a:xfrm>
            <a:off x="4556496" y="4959068"/>
            <a:ext cx="3590495" cy="746723"/>
          </a:xfrm>
        </p:spPr>
        <p:txBody>
          <a:bodyPr lIns="0">
            <a:normAutofit/>
          </a:bodyPr>
          <a:lstStyle>
            <a:lvl1pPr marL="0" indent="0">
              <a:lnSpc>
                <a:spcPct val="95000"/>
              </a:lnSpc>
              <a:spcBef>
                <a:spcPts val="0"/>
              </a:spcBef>
              <a:buFont typeface="Arial" pitchFamily="34" charset="0"/>
              <a:buNone/>
              <a:defRPr sz="1867">
                <a:solidFill>
                  <a:srgbClr val="47484A"/>
                </a:solidFill>
              </a:defRPr>
            </a:lvl1pPr>
            <a:lvl2pPr marL="0" indent="0">
              <a:spcBef>
                <a:spcPts val="2400"/>
              </a:spcBef>
              <a:buNone/>
              <a:defRPr/>
            </a:lvl2pPr>
          </a:lstStyle>
          <a:p>
            <a:pPr lvl="0"/>
            <a:r>
              <a:rPr lang="en-US" dirty="0"/>
              <a:t>Remove second presenter info </a:t>
            </a:r>
            <a:br>
              <a:rPr lang="en-US" dirty="0"/>
            </a:br>
            <a:r>
              <a:rPr lang="en-US" dirty="0"/>
              <a:t>if not needed</a:t>
            </a:r>
          </a:p>
        </p:txBody>
      </p:sp>
      <p:sp>
        <p:nvSpPr>
          <p:cNvPr id="45" name="Picture Placeholder 4"/>
          <p:cNvSpPr>
            <a:spLocks noGrp="1" noChangeAspect="1"/>
          </p:cNvSpPr>
          <p:nvPr>
            <p:ph type="pic" sz="quarter" idx="16" hasCustomPrompt="1"/>
          </p:nvPr>
        </p:nvSpPr>
        <p:spPr>
          <a:xfrm>
            <a:off x="290836" y="1681607"/>
            <a:ext cx="11901165" cy="2761535"/>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a:xfrm>
            <a:off x="626535" y="110360"/>
            <a:ext cx="9034837" cy="1119235"/>
          </a:xfrm>
        </p:spPr>
        <p:txBody>
          <a:bodyPr lIns="0" rIns="91440" anchor="b">
            <a:normAutofit/>
          </a:bodyPr>
          <a:lstStyle>
            <a:lvl1pPr>
              <a:defRPr sz="3733" baseline="0">
                <a:solidFill>
                  <a:schemeClr val="tx1">
                    <a:lumMod val="50000"/>
                  </a:schemeClr>
                </a:solidFill>
              </a:defRPr>
            </a:lvl1pPr>
          </a:lstStyle>
          <a:p>
            <a:r>
              <a:rPr lang="en-US" dirty="0"/>
              <a:t>presentation title –</a:t>
            </a:r>
            <a:br>
              <a:rPr lang="en-US" dirty="0"/>
            </a:br>
            <a:r>
              <a:rPr lang="en-US" dirty="0"/>
              <a:t>Cover option D</a:t>
            </a:r>
          </a:p>
        </p:txBody>
      </p:sp>
      <p:sp>
        <p:nvSpPr>
          <p:cNvPr id="87" name="Text Placeholder 9"/>
          <p:cNvSpPr>
            <a:spLocks noGrp="1"/>
          </p:cNvSpPr>
          <p:nvPr>
            <p:ph type="body" sz="quarter" idx="23" hasCustomPrompt="1"/>
          </p:nvPr>
        </p:nvSpPr>
        <p:spPr>
          <a:xfrm>
            <a:off x="8480263" y="4581631"/>
            <a:ext cx="3590495" cy="393700"/>
          </a:xfrm>
        </p:spPr>
        <p:txBody>
          <a:bodyPr lIns="0" bIns="0" anchor="b">
            <a:normAutofit/>
          </a:bodyPr>
          <a:lstStyle>
            <a:lvl1pPr marL="0" indent="0">
              <a:buFont typeface="Arial" pitchFamily="34" charset="0"/>
              <a:buNone/>
              <a:defRPr sz="1867" b="1" cap="all" baseline="0">
                <a:solidFill>
                  <a:srgbClr val="47484A"/>
                </a:solidFill>
              </a:defRPr>
            </a:lvl1pPr>
            <a:lvl2pPr marL="0" indent="0">
              <a:buNone/>
              <a:defRPr/>
            </a:lvl2pPr>
            <a:lvl3pPr marL="0" indent="0">
              <a:spcBef>
                <a:spcPts val="2400"/>
              </a:spcBef>
              <a:buNone/>
              <a:defRPr/>
            </a:lvl3pPr>
          </a:lstStyle>
          <a:p>
            <a:pPr lvl="0"/>
            <a:r>
              <a:rPr lang="en-US" dirty="0"/>
              <a:t>presenter name</a:t>
            </a:r>
          </a:p>
        </p:txBody>
      </p:sp>
      <p:sp>
        <p:nvSpPr>
          <p:cNvPr id="88" name="Text Placeholder 45"/>
          <p:cNvSpPr>
            <a:spLocks noGrp="1"/>
          </p:cNvSpPr>
          <p:nvPr>
            <p:ph type="body" sz="quarter" idx="24" hasCustomPrompt="1"/>
          </p:nvPr>
        </p:nvSpPr>
        <p:spPr>
          <a:xfrm>
            <a:off x="8480263" y="4959068"/>
            <a:ext cx="3590495" cy="746723"/>
          </a:xfrm>
        </p:spPr>
        <p:txBody>
          <a:bodyPr lIns="0">
            <a:normAutofit/>
          </a:bodyPr>
          <a:lstStyle>
            <a:lvl1pPr marL="0" indent="0">
              <a:lnSpc>
                <a:spcPct val="95000"/>
              </a:lnSpc>
              <a:spcBef>
                <a:spcPts val="0"/>
              </a:spcBef>
              <a:buFont typeface="Arial" pitchFamily="34" charset="0"/>
              <a:buNone/>
              <a:defRPr sz="1867">
                <a:solidFill>
                  <a:srgbClr val="47484A"/>
                </a:solidFill>
              </a:defRPr>
            </a:lvl1pPr>
            <a:lvl2pPr marL="0" indent="0">
              <a:spcBef>
                <a:spcPts val="2400"/>
              </a:spcBef>
              <a:buNone/>
              <a:defRPr/>
            </a:lvl2pPr>
          </a:lstStyle>
          <a:p>
            <a:pPr lvl="0"/>
            <a:r>
              <a:rPr lang="en-US" dirty="0"/>
              <a:t>Remove third presenter info </a:t>
            </a:r>
            <a:br>
              <a:rPr lang="en-US" dirty="0"/>
            </a:br>
            <a:r>
              <a:rPr lang="en-US" dirty="0"/>
              <a:t>if not needed</a:t>
            </a:r>
          </a:p>
        </p:txBody>
      </p:sp>
      <p:sp>
        <p:nvSpPr>
          <p:cNvPr id="5" name="Text Placeholder 4"/>
          <p:cNvSpPr>
            <a:spLocks noGrp="1"/>
          </p:cNvSpPr>
          <p:nvPr>
            <p:ph type="body" sz="quarter" idx="25" hasCustomPrompt="1"/>
          </p:nvPr>
        </p:nvSpPr>
        <p:spPr>
          <a:xfrm>
            <a:off x="626533" y="1229594"/>
            <a:ext cx="11313219" cy="331077"/>
          </a:xfrm>
        </p:spPr>
        <p:txBody>
          <a:bodyPr/>
          <a:lstStyle>
            <a:lvl1pPr marL="0" indent="0">
              <a:buNone/>
              <a:defRPr b="1" baseline="0">
                <a:solidFill>
                  <a:schemeClr val="accent2"/>
                </a:solidFill>
              </a:defRPr>
            </a:lvl1pPr>
          </a:lstStyle>
          <a:p>
            <a:pPr lvl="0"/>
            <a:r>
              <a:rPr lang="en-US" dirty="0"/>
              <a:t>Subtitle – delete if not needed</a:t>
            </a:r>
          </a:p>
        </p:txBody>
      </p:sp>
      <p:sp>
        <p:nvSpPr>
          <p:cNvPr id="46" name="Text Placeholder 4"/>
          <p:cNvSpPr>
            <a:spLocks noGrp="1"/>
          </p:cNvSpPr>
          <p:nvPr>
            <p:ph type="body" sz="quarter" idx="12" hasCustomPrompt="1"/>
          </p:nvPr>
        </p:nvSpPr>
        <p:spPr>
          <a:xfrm>
            <a:off x="3" y="1681605"/>
            <a:ext cx="299452" cy="2761488"/>
          </a:xfrm>
          <a:solidFill>
            <a:schemeClr val="tx2"/>
          </a:solidFill>
        </p:spPr>
        <p:txBody>
          <a:bodyPr bIns="0" anchor="b"/>
          <a:lstStyle>
            <a:lvl1pPr marL="0" indent="0">
              <a:buNone/>
              <a:defRPr sz="133"/>
            </a:lvl1pPr>
          </a:lstStyle>
          <a:p>
            <a:pPr lvl="0"/>
            <a:r>
              <a:rPr lang="en-US" dirty="0"/>
              <a:t>  </a:t>
            </a:r>
          </a:p>
        </p:txBody>
      </p:sp>
      <p:sp>
        <p:nvSpPr>
          <p:cNvPr id="153" name="TextBox 152"/>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
        <p:nvSpPr>
          <p:cNvPr id="16" name="Text Placeholder 45"/>
          <p:cNvSpPr>
            <a:spLocks noGrp="1"/>
          </p:cNvSpPr>
          <p:nvPr>
            <p:ph type="body" sz="quarter" idx="19" hasCustomPrompt="1"/>
          </p:nvPr>
        </p:nvSpPr>
        <p:spPr>
          <a:xfrm>
            <a:off x="8480263" y="6094281"/>
            <a:ext cx="3590496" cy="515411"/>
          </a:xfrm>
        </p:spPr>
        <p:txBody>
          <a:bodyPr lIns="0" anchor="b"/>
          <a:lstStyle>
            <a:lvl1pPr marL="0" indent="0">
              <a:spcBef>
                <a:spcPts val="0"/>
              </a:spcBef>
              <a:buNone/>
              <a:defRPr sz="1867" baseline="0">
                <a:solidFill>
                  <a:srgbClr val="47484A"/>
                </a:solidFill>
              </a:defRPr>
            </a:lvl1pPr>
            <a:lvl2pPr marL="0" indent="0">
              <a:spcBef>
                <a:spcPts val="2400"/>
              </a:spcBef>
              <a:buNone/>
              <a:defRPr/>
            </a:lvl2pPr>
          </a:lstStyle>
          <a:p>
            <a:pPr lvl="0"/>
            <a:r>
              <a:rPr lang="en-US" dirty="0"/>
              <a:t>Presentation Date</a:t>
            </a:r>
            <a:br>
              <a:rPr lang="en-US" dirty="0"/>
            </a:br>
            <a:r>
              <a:rPr lang="en-US" dirty="0"/>
              <a:t>City, State (presentation location)</a:t>
            </a:r>
          </a:p>
        </p:txBody>
      </p:sp>
      <p:pic>
        <p:nvPicPr>
          <p:cNvPr id="19" name="Picture 1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0828" y="6269435"/>
            <a:ext cx="2728491" cy="347016"/>
          </a:xfrm>
          <a:prstGeom prst="rect">
            <a:avLst/>
          </a:prstGeom>
        </p:spPr>
      </p:pic>
    </p:spTree>
    <p:extLst>
      <p:ext uri="{BB962C8B-B14F-4D97-AF65-F5344CB8AC3E}">
        <p14:creationId xmlns:p14="http://schemas.microsoft.com/office/powerpoint/2010/main" val="30794989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Pic - Full Frame">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noChangeAspect="1"/>
          </p:cNvSpPr>
          <p:nvPr>
            <p:ph type="pic" sz="quarter" idx="13" hasCustomPrompt="1"/>
          </p:nvPr>
        </p:nvSpPr>
        <p:spPr>
          <a:xfrm>
            <a:off x="290837" y="9304"/>
            <a:ext cx="11901164" cy="6858000"/>
          </a:xfrm>
          <a:solidFill>
            <a:schemeClr val="bg1"/>
          </a:solidFill>
        </p:spPr>
        <p:txBody>
          <a:bodyPr lIns="0" tIns="1645920" anchor="t" anchorCtr="0"/>
          <a:lstStyle>
            <a:lvl1pPr marL="0" indent="0" algn="ctr">
              <a:buNone/>
              <a:defRPr baseline="0"/>
            </a:lvl1pPr>
          </a:lstStyle>
          <a:p>
            <a:r>
              <a:rPr lang="en-US" dirty="0"/>
              <a:t>Click icon to insert an image then right click image and “SEND IMAGE TO BACK”</a:t>
            </a:r>
          </a:p>
        </p:txBody>
      </p:sp>
      <p:sp>
        <p:nvSpPr>
          <p:cNvPr id="7" name="Text Placeholder 6"/>
          <p:cNvSpPr>
            <a:spLocks noGrp="1"/>
          </p:cNvSpPr>
          <p:nvPr>
            <p:ph type="body" sz="quarter" idx="17" hasCustomPrompt="1"/>
          </p:nvPr>
        </p:nvSpPr>
        <p:spPr>
          <a:xfrm>
            <a:off x="0" y="4775200"/>
            <a:ext cx="12192000" cy="2082800"/>
          </a:xfrm>
          <a:solidFill>
            <a:schemeClr val="tx2">
              <a:alpha val="91000"/>
            </a:schemeClr>
          </a:solidFill>
        </p:spPr>
        <p:txBody>
          <a:bodyPr bIns="0" anchor="b" anchorCtr="0"/>
          <a:lstStyle>
            <a:lvl1pPr marL="0" indent="0">
              <a:buNone/>
              <a:defRPr sz="133"/>
            </a:lvl1pPr>
          </a:lstStyle>
          <a:p>
            <a:pPr lvl="0"/>
            <a:r>
              <a:rPr lang="en-US" dirty="0"/>
              <a:t> </a:t>
            </a:r>
            <a:r>
              <a:rPr lang="en-US" dirty="0" err="1"/>
              <a:t>x1</a:t>
            </a:r>
            <a:endParaRPr lang="en-US" dirty="0"/>
          </a:p>
          <a:p>
            <a:pPr lvl="0"/>
            <a:endParaRPr lang="en-US" dirty="0"/>
          </a:p>
        </p:txBody>
      </p:sp>
      <p:sp>
        <p:nvSpPr>
          <p:cNvPr id="2" name="Title 1"/>
          <p:cNvSpPr>
            <a:spLocks noGrp="1"/>
          </p:cNvSpPr>
          <p:nvPr>
            <p:ph type="title" hasCustomPrompt="1"/>
          </p:nvPr>
        </p:nvSpPr>
        <p:spPr>
          <a:xfrm>
            <a:off x="626535" y="5042975"/>
            <a:ext cx="11094720" cy="1373592"/>
          </a:xfrm>
        </p:spPr>
        <p:txBody>
          <a:bodyPr lIns="0" anchor="t"/>
          <a:lstStyle>
            <a:lvl1pPr>
              <a:defRPr sz="3200" b="1" cap="all" baseline="0">
                <a:solidFill>
                  <a:schemeClr val="bg1"/>
                </a:solidFill>
              </a:defRPr>
            </a:lvl1pPr>
          </a:lstStyle>
          <a:p>
            <a:r>
              <a:rPr lang="en-US" dirty="0"/>
              <a:t>Full-frame image layout  – title</a:t>
            </a:r>
          </a:p>
        </p:txBody>
      </p:sp>
      <p:sp>
        <p:nvSpPr>
          <p:cNvPr id="3" name="Slide Number Placeholder 2"/>
          <p:cNvSpPr>
            <a:spLocks noGrp="1"/>
          </p:cNvSpPr>
          <p:nvPr>
            <p:ph type="sldNum" sz="quarter" idx="15"/>
          </p:nvPr>
        </p:nvSpPr>
        <p:spPr/>
        <p:txBody>
          <a:bodyPr/>
          <a:lstStyle>
            <a:lvl1pPr>
              <a:defRPr>
                <a:solidFill>
                  <a:schemeClr val="bg1"/>
                </a:solidFill>
              </a:defRPr>
            </a:lvl1pPr>
          </a:lstStyle>
          <a:p>
            <a:fld id="{AEFAAC5A-9C4F-4278-920D-DF2BAB595749}" type="slidenum">
              <a:rPr lang="en-US" smtClean="0"/>
              <a:pPr/>
              <a:t>‹#›</a:t>
            </a:fld>
            <a:endParaRPr lang="en-US" dirty="0"/>
          </a:p>
        </p:txBody>
      </p:sp>
      <p:sp>
        <p:nvSpPr>
          <p:cNvPr id="8" name="Text Placeholder 4"/>
          <p:cNvSpPr>
            <a:spLocks noGrp="1"/>
          </p:cNvSpPr>
          <p:nvPr>
            <p:ph type="body" sz="quarter" idx="12" hasCustomPrompt="1"/>
          </p:nvPr>
        </p:nvSpPr>
        <p:spPr>
          <a:xfrm>
            <a:off x="0" y="-3"/>
            <a:ext cx="304800" cy="6858000"/>
          </a:xfrm>
          <a:solidFill>
            <a:schemeClr val="tx2"/>
          </a:solidFill>
        </p:spPr>
        <p:txBody>
          <a:bodyPr bIns="0" anchor="b"/>
          <a:lstStyle>
            <a:lvl1pPr marL="0" indent="0">
              <a:buNone/>
              <a:defRPr sz="133"/>
            </a:lvl1pPr>
          </a:lstStyle>
          <a:p>
            <a:pPr lvl="0"/>
            <a:r>
              <a:rPr lang="en-US" dirty="0"/>
              <a:t>  </a:t>
            </a:r>
          </a:p>
        </p:txBody>
      </p:sp>
      <p:sp>
        <p:nvSpPr>
          <p:cNvPr id="9" name="TextBox 8"/>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Tree>
    <p:extLst>
      <p:ext uri="{BB962C8B-B14F-4D97-AF65-F5344CB8AC3E}">
        <p14:creationId xmlns:p14="http://schemas.microsoft.com/office/powerpoint/2010/main" val="27081808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Pic - ONE Image">
    <p:bg>
      <p:bgPr>
        <a:solidFill>
          <a:schemeClr val="bg1"/>
        </a:solid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0" y="3656122"/>
            <a:ext cx="12192000" cy="3201879"/>
          </a:xfrm>
          <a:solidFill>
            <a:schemeClr val="accent2"/>
          </a:solidFill>
        </p:spPr>
        <p:txBody>
          <a:bodyPr bIns="0" anchor="b" anchorCtr="0"/>
          <a:lstStyle>
            <a:lvl1pPr marL="0" indent="0">
              <a:buNone/>
              <a:defRPr sz="133"/>
            </a:lvl1pPr>
          </a:lstStyle>
          <a:p>
            <a:pPr lvl="0"/>
            <a:r>
              <a:rPr lang="en-US" dirty="0"/>
              <a:t> </a:t>
            </a:r>
            <a:r>
              <a:rPr lang="en-US" dirty="0" err="1"/>
              <a:t>x1</a:t>
            </a:r>
            <a:endParaRPr lang="en-US" dirty="0"/>
          </a:p>
          <a:p>
            <a:pPr lvl="0"/>
            <a:endParaRPr lang="en-US" dirty="0"/>
          </a:p>
        </p:txBody>
      </p:sp>
      <p:sp>
        <p:nvSpPr>
          <p:cNvPr id="10" name="Text Placeholder 7"/>
          <p:cNvSpPr>
            <a:spLocks noGrp="1"/>
          </p:cNvSpPr>
          <p:nvPr>
            <p:ph type="body" sz="quarter" idx="14"/>
          </p:nvPr>
        </p:nvSpPr>
        <p:spPr>
          <a:xfrm>
            <a:off x="626534" y="5191519"/>
            <a:ext cx="11246069" cy="1813035"/>
          </a:xfrm>
          <a:noFill/>
        </p:spPr>
        <p:txBody>
          <a:bodyPr lIns="0" tIns="91440"/>
          <a:lstStyle>
            <a:lvl1pPr>
              <a:defRPr sz="3200">
                <a:solidFill>
                  <a:schemeClr val="bg1"/>
                </a:solidFill>
              </a:defRPr>
            </a:lvl1pPr>
            <a:lvl2pPr>
              <a:defRPr sz="3200">
                <a:solidFill>
                  <a:schemeClr val="bg1"/>
                </a:solidFill>
              </a:defRPr>
            </a:lvl2pPr>
            <a:lvl3pPr>
              <a:defRPr sz="2667">
                <a:solidFill>
                  <a:schemeClr val="bg1"/>
                </a:solidFill>
              </a:defRPr>
            </a:lvl3pPr>
            <a:lvl4pPr>
              <a:defRPr sz="2667">
                <a:solidFill>
                  <a:schemeClr val="bg1"/>
                </a:solidFill>
              </a:defRPr>
            </a:lvl4pPr>
            <a:lvl5pPr>
              <a:defRPr sz="2667">
                <a:solidFill>
                  <a:schemeClr val="bg1"/>
                </a:solidFill>
              </a:defRPr>
            </a:lvl5pPr>
          </a:lstStyle>
          <a:p>
            <a:pPr lvl="0"/>
            <a:r>
              <a:rPr lang="en-US"/>
              <a:t>Click to edit Master text styles</a:t>
            </a:r>
          </a:p>
          <a:p>
            <a:pPr lvl="1"/>
            <a:r>
              <a:rPr lang="en-US"/>
              <a:t>Second level</a:t>
            </a:r>
          </a:p>
        </p:txBody>
      </p:sp>
      <p:sp>
        <p:nvSpPr>
          <p:cNvPr id="5" name="Picture Placeholder 4"/>
          <p:cNvSpPr>
            <a:spLocks noGrp="1" noChangeAspect="1"/>
          </p:cNvSpPr>
          <p:nvPr>
            <p:ph type="pic" sz="quarter" idx="13" hasCustomPrompt="1"/>
          </p:nvPr>
        </p:nvSpPr>
        <p:spPr>
          <a:xfrm>
            <a:off x="290837" y="-1"/>
            <a:ext cx="11901164" cy="3656013"/>
          </a:xfrm>
          <a:solidFill>
            <a:schemeClr val="bg1"/>
          </a:solidFill>
        </p:spPr>
        <p:txBody>
          <a:bodyPr lIns="0" tIns="1097280" anchor="t" anchorCtr="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a:xfrm>
            <a:off x="626533" y="4353384"/>
            <a:ext cx="11565467" cy="787099"/>
          </a:xfrm>
        </p:spPr>
        <p:txBody>
          <a:bodyPr lIns="0"/>
          <a:lstStyle>
            <a:lvl1pPr>
              <a:defRPr sz="3733" b="1" baseline="0">
                <a:solidFill>
                  <a:schemeClr val="bg1"/>
                </a:solidFill>
              </a:defRPr>
            </a:lvl1pPr>
          </a:lstStyle>
          <a:p>
            <a:r>
              <a:rPr lang="en-US" dirty="0"/>
              <a:t>Science/R&amp;D hero – one image</a:t>
            </a:r>
            <a:br>
              <a:rPr lang="en-US" dirty="0"/>
            </a:br>
            <a:r>
              <a:rPr lang="en-US" dirty="0"/>
              <a:t>Headline is </a:t>
            </a:r>
            <a:r>
              <a:rPr lang="en-US" dirty="0" err="1"/>
              <a:t>arial</a:t>
            </a:r>
            <a:r>
              <a:rPr lang="en-US" dirty="0"/>
              <a:t> in all caps</a:t>
            </a:r>
          </a:p>
        </p:txBody>
      </p:sp>
      <p:sp>
        <p:nvSpPr>
          <p:cNvPr id="3" name="Slide Number Placeholder 2"/>
          <p:cNvSpPr>
            <a:spLocks noGrp="1"/>
          </p:cNvSpPr>
          <p:nvPr>
            <p:ph type="sldNum" sz="quarter" idx="15"/>
          </p:nvPr>
        </p:nvSpPr>
        <p:spPr/>
        <p:txBody>
          <a:bodyPr/>
          <a:lstStyle>
            <a:lvl1pPr>
              <a:defRPr>
                <a:solidFill>
                  <a:schemeClr val="bg1"/>
                </a:solidFill>
              </a:defRPr>
            </a:lvl1pPr>
          </a:lstStyle>
          <a:p>
            <a:fld id="{AEFAAC5A-9C4F-4278-920D-DF2BAB595749}" type="slidenum">
              <a:rPr lang="en-US" smtClean="0"/>
              <a:pPr/>
              <a:t>‹#›</a:t>
            </a:fld>
            <a:endParaRPr lang="en-US" dirty="0"/>
          </a:p>
        </p:txBody>
      </p:sp>
      <p:sp>
        <p:nvSpPr>
          <p:cNvPr id="9" name="Text Placeholder 4"/>
          <p:cNvSpPr>
            <a:spLocks noGrp="1"/>
          </p:cNvSpPr>
          <p:nvPr>
            <p:ph type="body" sz="quarter" idx="12" hasCustomPrompt="1"/>
          </p:nvPr>
        </p:nvSpPr>
        <p:spPr>
          <a:xfrm>
            <a:off x="0" y="-3"/>
            <a:ext cx="304800" cy="6858000"/>
          </a:xfrm>
          <a:solidFill>
            <a:schemeClr val="tx2"/>
          </a:solidFill>
        </p:spPr>
        <p:txBody>
          <a:bodyPr bIns="0" anchor="b"/>
          <a:lstStyle>
            <a:lvl1pPr marL="0" indent="0">
              <a:buNone/>
              <a:defRPr sz="133"/>
            </a:lvl1pPr>
          </a:lstStyle>
          <a:p>
            <a:pPr lvl="0"/>
            <a:r>
              <a:rPr lang="en-US" dirty="0"/>
              <a:t>  </a:t>
            </a:r>
          </a:p>
        </p:txBody>
      </p:sp>
      <p:sp>
        <p:nvSpPr>
          <p:cNvPr id="11" name="TextBox 10"/>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Tree>
    <p:extLst>
      <p:ext uri="{BB962C8B-B14F-4D97-AF65-F5344CB8AC3E}">
        <p14:creationId xmlns:p14="http://schemas.microsoft.com/office/powerpoint/2010/main" val="3492513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Pic - TWO images">
    <p:bg>
      <p:bgPr>
        <a:solidFill>
          <a:schemeClr val="bg1"/>
        </a:solidFill>
        <a:effectLst/>
      </p:bgPr>
    </p:bg>
    <p:spTree>
      <p:nvGrpSpPr>
        <p:cNvPr id="1" name=""/>
        <p:cNvGrpSpPr/>
        <p:nvPr/>
      </p:nvGrpSpPr>
      <p:grpSpPr>
        <a:xfrm>
          <a:off x="0" y="0"/>
          <a:ext cx="0" cy="0"/>
          <a:chOff x="0" y="0"/>
          <a:chExt cx="0" cy="0"/>
        </a:xfrm>
      </p:grpSpPr>
      <p:sp>
        <p:nvSpPr>
          <p:cNvPr id="13" name="Text Placeholder 6"/>
          <p:cNvSpPr>
            <a:spLocks noGrp="1"/>
          </p:cNvSpPr>
          <p:nvPr>
            <p:ph type="body" sz="quarter" idx="20" hasCustomPrompt="1"/>
          </p:nvPr>
        </p:nvSpPr>
        <p:spPr>
          <a:xfrm>
            <a:off x="0" y="3656122"/>
            <a:ext cx="12192000" cy="3201879"/>
          </a:xfrm>
          <a:solidFill>
            <a:schemeClr val="accent2"/>
          </a:solidFill>
        </p:spPr>
        <p:txBody>
          <a:bodyPr bIns="0" anchor="b" anchorCtr="0"/>
          <a:lstStyle>
            <a:lvl1pPr marL="0" indent="0">
              <a:buNone/>
              <a:defRPr sz="133"/>
            </a:lvl1pPr>
          </a:lstStyle>
          <a:p>
            <a:pPr lvl="0"/>
            <a:r>
              <a:rPr lang="en-US" dirty="0"/>
              <a:t> </a:t>
            </a:r>
            <a:r>
              <a:rPr lang="en-US" dirty="0" err="1"/>
              <a:t>x1</a:t>
            </a:r>
            <a:endParaRPr lang="en-US" dirty="0"/>
          </a:p>
          <a:p>
            <a:pPr lvl="0"/>
            <a:endParaRPr lang="en-US" dirty="0"/>
          </a:p>
        </p:txBody>
      </p:sp>
      <p:sp>
        <p:nvSpPr>
          <p:cNvPr id="11" name="Picture Placeholder 4"/>
          <p:cNvSpPr>
            <a:spLocks noGrp="1" noChangeAspect="1"/>
          </p:cNvSpPr>
          <p:nvPr>
            <p:ph type="pic" sz="quarter" idx="16" hasCustomPrompt="1"/>
          </p:nvPr>
        </p:nvSpPr>
        <p:spPr>
          <a:xfrm>
            <a:off x="290836" y="1"/>
            <a:ext cx="5974080" cy="3663951"/>
          </a:xfrm>
          <a:solidFill>
            <a:schemeClr val="bg1">
              <a:lumMod val="75000"/>
            </a:schemeClr>
          </a:solidFill>
        </p:spPr>
        <p:txBody>
          <a:bodyPr tIns="1097280" anchor="t" anchorCtr="0"/>
          <a:lstStyle>
            <a:lvl1pPr marL="0" indent="0" algn="ctr">
              <a:buNone/>
              <a:defRPr baseline="0"/>
            </a:lvl1pPr>
          </a:lstStyle>
          <a:p>
            <a:r>
              <a:rPr lang="en-US" dirty="0"/>
              <a:t>Click icon to insert an image</a:t>
            </a:r>
          </a:p>
        </p:txBody>
      </p:sp>
      <p:sp>
        <p:nvSpPr>
          <p:cNvPr id="12" name="Picture Placeholder 4"/>
          <p:cNvSpPr>
            <a:spLocks noGrp="1" noChangeAspect="1"/>
          </p:cNvSpPr>
          <p:nvPr>
            <p:ph type="pic" sz="quarter" idx="17" hasCustomPrompt="1"/>
          </p:nvPr>
        </p:nvSpPr>
        <p:spPr>
          <a:xfrm>
            <a:off x="6243367" y="1"/>
            <a:ext cx="5974080" cy="3663951"/>
          </a:xfrm>
          <a:solidFill>
            <a:schemeClr val="bg1">
              <a:lumMod val="85000"/>
            </a:schemeClr>
          </a:solidFill>
        </p:spPr>
        <p:txBody>
          <a:bodyPr tIns="1097280" anchor="t" anchorCtr="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a:xfrm>
            <a:off x="626533" y="4340684"/>
            <a:ext cx="11565467" cy="787099"/>
          </a:xfrm>
        </p:spPr>
        <p:txBody>
          <a:bodyPr lIns="0"/>
          <a:lstStyle>
            <a:lvl1pPr>
              <a:defRPr sz="3733" b="1">
                <a:solidFill>
                  <a:schemeClr val="bg1"/>
                </a:solidFill>
              </a:defRPr>
            </a:lvl1pPr>
          </a:lstStyle>
          <a:p>
            <a:r>
              <a:rPr lang="en-US" dirty="0"/>
              <a:t>Science/R&amp;D hero – TWO images</a:t>
            </a:r>
            <a:br>
              <a:rPr lang="en-US" dirty="0"/>
            </a:br>
            <a:r>
              <a:rPr lang="en-US" dirty="0"/>
              <a:t>Headline is </a:t>
            </a:r>
            <a:r>
              <a:rPr lang="en-US" dirty="0" err="1"/>
              <a:t>arial</a:t>
            </a:r>
            <a:r>
              <a:rPr lang="en-US" dirty="0"/>
              <a:t> in all caps</a:t>
            </a:r>
          </a:p>
        </p:txBody>
      </p:sp>
      <p:sp>
        <p:nvSpPr>
          <p:cNvPr id="9" name="Text Placeholder 7"/>
          <p:cNvSpPr>
            <a:spLocks noGrp="1"/>
          </p:cNvSpPr>
          <p:nvPr>
            <p:ph type="body" sz="quarter" idx="14"/>
          </p:nvPr>
        </p:nvSpPr>
        <p:spPr>
          <a:xfrm>
            <a:off x="626534" y="5178819"/>
            <a:ext cx="11246069" cy="1813035"/>
          </a:xfrm>
          <a:noFill/>
        </p:spPr>
        <p:txBody>
          <a:bodyPr lIns="0" tIns="91440"/>
          <a:lstStyle>
            <a:lvl1pPr>
              <a:defRPr sz="3200">
                <a:solidFill>
                  <a:schemeClr val="bg1"/>
                </a:solidFill>
              </a:defRPr>
            </a:lvl1pPr>
            <a:lvl2pPr>
              <a:defRPr sz="3200">
                <a:solidFill>
                  <a:schemeClr val="bg1"/>
                </a:solidFill>
              </a:defRPr>
            </a:lvl2pPr>
            <a:lvl3pPr>
              <a:defRPr sz="2667">
                <a:solidFill>
                  <a:schemeClr val="bg1"/>
                </a:solidFill>
              </a:defRPr>
            </a:lvl3pPr>
            <a:lvl4pPr>
              <a:defRPr sz="2667">
                <a:solidFill>
                  <a:schemeClr val="bg1"/>
                </a:solidFill>
              </a:defRPr>
            </a:lvl4pPr>
            <a:lvl5pPr>
              <a:defRPr sz="2667">
                <a:solidFill>
                  <a:schemeClr val="bg1"/>
                </a:solidFill>
              </a:defRPr>
            </a:lvl5pPr>
          </a:lstStyle>
          <a:p>
            <a:pPr lvl="0"/>
            <a:r>
              <a:rPr lang="en-US"/>
              <a:t>Click to edit Master text styles</a:t>
            </a:r>
          </a:p>
          <a:p>
            <a:pPr lvl="1"/>
            <a:r>
              <a:rPr lang="en-US"/>
              <a:t>Second level</a:t>
            </a:r>
          </a:p>
        </p:txBody>
      </p:sp>
      <p:sp>
        <p:nvSpPr>
          <p:cNvPr id="3" name="Slide Number Placeholder 2"/>
          <p:cNvSpPr>
            <a:spLocks noGrp="1"/>
          </p:cNvSpPr>
          <p:nvPr>
            <p:ph type="sldNum" sz="quarter" idx="18"/>
          </p:nvPr>
        </p:nvSpPr>
        <p:spPr/>
        <p:txBody>
          <a:bodyPr/>
          <a:lstStyle>
            <a:lvl1pPr>
              <a:defRPr>
                <a:solidFill>
                  <a:schemeClr val="bg1"/>
                </a:solidFill>
              </a:defRPr>
            </a:lvl1pPr>
          </a:lstStyle>
          <a:p>
            <a:fld id="{AEFAAC5A-9C4F-4278-920D-DF2BAB595749}" type="slidenum">
              <a:rPr lang="en-US" smtClean="0"/>
              <a:pPr/>
              <a:t>‹#›</a:t>
            </a:fld>
            <a:endParaRPr lang="en-US" dirty="0"/>
          </a:p>
        </p:txBody>
      </p:sp>
      <p:sp>
        <p:nvSpPr>
          <p:cNvPr id="10" name="Text Placeholder 4"/>
          <p:cNvSpPr>
            <a:spLocks noGrp="1"/>
          </p:cNvSpPr>
          <p:nvPr>
            <p:ph type="body" sz="quarter" idx="12" hasCustomPrompt="1"/>
          </p:nvPr>
        </p:nvSpPr>
        <p:spPr>
          <a:xfrm>
            <a:off x="0" y="-3"/>
            <a:ext cx="304800" cy="6858000"/>
          </a:xfrm>
          <a:solidFill>
            <a:schemeClr val="tx2"/>
          </a:solidFill>
        </p:spPr>
        <p:txBody>
          <a:bodyPr bIns="0" anchor="b"/>
          <a:lstStyle>
            <a:lvl1pPr marL="0" indent="0">
              <a:buNone/>
              <a:defRPr sz="133"/>
            </a:lvl1pPr>
          </a:lstStyle>
          <a:p>
            <a:pPr lvl="0"/>
            <a:r>
              <a:rPr lang="en-US" dirty="0"/>
              <a:t>  </a:t>
            </a:r>
          </a:p>
        </p:txBody>
      </p:sp>
      <p:sp>
        <p:nvSpPr>
          <p:cNvPr id="14" name="TextBox 13"/>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Tree>
    <p:extLst>
      <p:ext uri="{BB962C8B-B14F-4D97-AF65-F5344CB8AC3E}">
        <p14:creationId xmlns:p14="http://schemas.microsoft.com/office/powerpoint/2010/main" val="1172196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Pic - THREE Images">
    <p:bg>
      <p:bgPr>
        <a:solidFill>
          <a:schemeClr val="bg1"/>
        </a:solidFill>
        <a:effectLst/>
      </p:bgPr>
    </p:bg>
    <p:spTree>
      <p:nvGrpSpPr>
        <p:cNvPr id="1" name=""/>
        <p:cNvGrpSpPr/>
        <p:nvPr/>
      </p:nvGrpSpPr>
      <p:grpSpPr>
        <a:xfrm>
          <a:off x="0" y="0"/>
          <a:ext cx="0" cy="0"/>
          <a:chOff x="0" y="0"/>
          <a:chExt cx="0" cy="0"/>
        </a:xfrm>
      </p:grpSpPr>
      <p:sp>
        <p:nvSpPr>
          <p:cNvPr id="11" name="Text Placeholder 6"/>
          <p:cNvSpPr>
            <a:spLocks noGrp="1"/>
          </p:cNvSpPr>
          <p:nvPr>
            <p:ph type="body" sz="quarter" idx="19" hasCustomPrompt="1"/>
          </p:nvPr>
        </p:nvSpPr>
        <p:spPr>
          <a:xfrm>
            <a:off x="0" y="3656122"/>
            <a:ext cx="12192000" cy="3201879"/>
          </a:xfrm>
          <a:solidFill>
            <a:schemeClr val="accent2"/>
          </a:solidFill>
        </p:spPr>
        <p:txBody>
          <a:bodyPr bIns="0" anchor="b" anchorCtr="0"/>
          <a:lstStyle>
            <a:lvl1pPr marL="0" indent="0">
              <a:buNone/>
              <a:defRPr sz="133"/>
            </a:lvl1pPr>
          </a:lstStyle>
          <a:p>
            <a:pPr lvl="0"/>
            <a:r>
              <a:rPr lang="en-US" dirty="0"/>
              <a:t> </a:t>
            </a:r>
            <a:r>
              <a:rPr lang="en-US" dirty="0" err="1"/>
              <a:t>x1</a:t>
            </a:r>
            <a:endParaRPr lang="en-US" dirty="0"/>
          </a:p>
          <a:p>
            <a:pPr lvl="0"/>
            <a:endParaRPr lang="en-US" dirty="0"/>
          </a:p>
        </p:txBody>
      </p:sp>
      <p:sp>
        <p:nvSpPr>
          <p:cNvPr id="5" name="Picture Placeholder 4"/>
          <p:cNvSpPr>
            <a:spLocks noGrp="1" noChangeAspect="1"/>
          </p:cNvSpPr>
          <p:nvPr>
            <p:ph type="pic" sz="quarter" idx="13" hasCustomPrompt="1"/>
          </p:nvPr>
        </p:nvSpPr>
        <p:spPr>
          <a:xfrm>
            <a:off x="290836" y="0"/>
            <a:ext cx="3986784" cy="3673643"/>
          </a:xfrm>
          <a:solidFill>
            <a:schemeClr val="bg1">
              <a:lumMod val="85000"/>
            </a:schemeClr>
          </a:solidFill>
        </p:spPr>
        <p:txBody>
          <a:bodyPr lIns="0" tIns="731520" anchor="t" anchorCtr="0"/>
          <a:lstStyle>
            <a:lvl1pPr marL="0" indent="0" algn="ctr">
              <a:buNone/>
              <a:defRPr baseline="0"/>
            </a:lvl1pPr>
          </a:lstStyle>
          <a:p>
            <a:r>
              <a:rPr lang="en-US" dirty="0"/>
              <a:t>Click icon to insert an image</a:t>
            </a:r>
          </a:p>
        </p:txBody>
      </p:sp>
      <p:sp>
        <p:nvSpPr>
          <p:cNvPr id="9" name="Picture Placeholder 4"/>
          <p:cNvSpPr>
            <a:spLocks noGrp="1" noChangeAspect="1"/>
          </p:cNvSpPr>
          <p:nvPr>
            <p:ph type="pic" sz="quarter" idx="15" hasCustomPrompt="1"/>
          </p:nvPr>
        </p:nvSpPr>
        <p:spPr>
          <a:xfrm>
            <a:off x="4258983" y="0"/>
            <a:ext cx="3986784" cy="3673643"/>
          </a:xfrm>
          <a:solidFill>
            <a:schemeClr val="bg1">
              <a:lumMod val="75000"/>
            </a:schemeClr>
          </a:solidFill>
        </p:spPr>
        <p:txBody>
          <a:bodyPr lIns="0" tIns="731520" anchor="t" anchorCtr="0"/>
          <a:lstStyle>
            <a:lvl1pPr marL="0" indent="0" algn="ctr">
              <a:buNone/>
              <a:defRPr baseline="0"/>
            </a:lvl1pPr>
          </a:lstStyle>
          <a:p>
            <a:r>
              <a:rPr lang="en-US" dirty="0"/>
              <a:t>Click icon to insert an image</a:t>
            </a:r>
          </a:p>
        </p:txBody>
      </p:sp>
      <p:sp>
        <p:nvSpPr>
          <p:cNvPr id="10" name="Picture Placeholder 4"/>
          <p:cNvSpPr>
            <a:spLocks noGrp="1" noChangeAspect="1"/>
          </p:cNvSpPr>
          <p:nvPr>
            <p:ph type="pic" sz="quarter" idx="16" hasCustomPrompt="1"/>
          </p:nvPr>
        </p:nvSpPr>
        <p:spPr>
          <a:xfrm>
            <a:off x="8248149" y="0"/>
            <a:ext cx="3943851" cy="3673643"/>
          </a:xfrm>
          <a:solidFill>
            <a:schemeClr val="bg1">
              <a:lumMod val="85000"/>
            </a:schemeClr>
          </a:solidFill>
        </p:spPr>
        <p:txBody>
          <a:bodyPr lIns="0" tIns="731520" anchor="t" anchorCtr="0"/>
          <a:lstStyle>
            <a:lvl1pPr marL="0" indent="0" algn="ctr">
              <a:buNone/>
              <a:defRPr baseline="0"/>
            </a:lvl1pPr>
          </a:lstStyle>
          <a:p>
            <a:r>
              <a:rPr lang="en-US" dirty="0"/>
              <a:t>Click icon to insert an image</a:t>
            </a:r>
          </a:p>
        </p:txBody>
      </p:sp>
      <p:sp>
        <p:nvSpPr>
          <p:cNvPr id="8" name="Text Placeholder 7"/>
          <p:cNvSpPr>
            <a:spLocks noGrp="1"/>
          </p:cNvSpPr>
          <p:nvPr>
            <p:ph type="body" sz="quarter" idx="14"/>
          </p:nvPr>
        </p:nvSpPr>
        <p:spPr>
          <a:xfrm>
            <a:off x="626534" y="5191519"/>
            <a:ext cx="11246069" cy="1813035"/>
          </a:xfrm>
          <a:noFill/>
        </p:spPr>
        <p:txBody>
          <a:bodyPr lIns="0" tIns="91440"/>
          <a:lstStyle>
            <a:lvl1pPr>
              <a:defRPr sz="3200">
                <a:solidFill>
                  <a:schemeClr val="bg1"/>
                </a:solidFill>
              </a:defRPr>
            </a:lvl1pPr>
            <a:lvl2pPr>
              <a:defRPr sz="3200">
                <a:solidFill>
                  <a:schemeClr val="bg1"/>
                </a:solidFill>
              </a:defRPr>
            </a:lvl2pPr>
            <a:lvl3pPr>
              <a:defRPr sz="2667">
                <a:solidFill>
                  <a:schemeClr val="bg1"/>
                </a:solidFill>
              </a:defRPr>
            </a:lvl3pPr>
            <a:lvl4pPr>
              <a:defRPr sz="2667">
                <a:solidFill>
                  <a:schemeClr val="bg1"/>
                </a:solidFill>
              </a:defRPr>
            </a:lvl4pPr>
            <a:lvl5pPr>
              <a:defRPr sz="2667">
                <a:solidFill>
                  <a:schemeClr val="bg1"/>
                </a:solidFill>
              </a:defRPr>
            </a:lvl5pPr>
          </a:lstStyle>
          <a:p>
            <a:pPr lvl="0"/>
            <a:r>
              <a:rPr lang="en-US"/>
              <a:t>Click to edit Master text styles</a:t>
            </a:r>
          </a:p>
          <a:p>
            <a:pPr lvl="1"/>
            <a:r>
              <a:rPr lang="en-US"/>
              <a:t>Second level</a:t>
            </a:r>
          </a:p>
        </p:txBody>
      </p:sp>
      <p:sp>
        <p:nvSpPr>
          <p:cNvPr id="2" name="Title 1"/>
          <p:cNvSpPr>
            <a:spLocks noGrp="1"/>
          </p:cNvSpPr>
          <p:nvPr>
            <p:ph type="title" hasCustomPrompt="1"/>
          </p:nvPr>
        </p:nvSpPr>
        <p:spPr>
          <a:xfrm>
            <a:off x="626533" y="4353384"/>
            <a:ext cx="11565467" cy="787099"/>
          </a:xfrm>
        </p:spPr>
        <p:txBody>
          <a:bodyPr lIns="0"/>
          <a:lstStyle>
            <a:lvl1pPr>
              <a:defRPr sz="3733" b="1">
                <a:solidFill>
                  <a:schemeClr val="bg1"/>
                </a:solidFill>
              </a:defRPr>
            </a:lvl1pPr>
          </a:lstStyle>
          <a:p>
            <a:r>
              <a:rPr lang="en-US" dirty="0"/>
              <a:t>Science/R&amp;D hero – Three images</a:t>
            </a:r>
            <a:br>
              <a:rPr lang="en-US" dirty="0"/>
            </a:br>
            <a:r>
              <a:rPr lang="en-US" dirty="0"/>
              <a:t>Headline is </a:t>
            </a:r>
            <a:r>
              <a:rPr lang="en-US" dirty="0" err="1"/>
              <a:t>arial</a:t>
            </a:r>
            <a:r>
              <a:rPr lang="en-US" dirty="0"/>
              <a:t> in all caps</a:t>
            </a:r>
          </a:p>
        </p:txBody>
      </p:sp>
      <p:sp>
        <p:nvSpPr>
          <p:cNvPr id="3" name="Slide Number Placeholder 2"/>
          <p:cNvSpPr>
            <a:spLocks noGrp="1"/>
          </p:cNvSpPr>
          <p:nvPr>
            <p:ph type="sldNum" sz="quarter" idx="17"/>
          </p:nvPr>
        </p:nvSpPr>
        <p:spPr/>
        <p:txBody>
          <a:bodyPr/>
          <a:lstStyle>
            <a:lvl1pPr>
              <a:defRPr>
                <a:solidFill>
                  <a:schemeClr val="bg1"/>
                </a:solidFill>
              </a:defRPr>
            </a:lvl1pPr>
          </a:lstStyle>
          <a:p>
            <a:fld id="{AEFAAC5A-9C4F-4278-920D-DF2BAB595749}" type="slidenum">
              <a:rPr lang="en-US" smtClean="0"/>
              <a:pPr/>
              <a:t>‹#›</a:t>
            </a:fld>
            <a:endParaRPr lang="en-US" dirty="0"/>
          </a:p>
        </p:txBody>
      </p:sp>
      <p:sp>
        <p:nvSpPr>
          <p:cNvPr id="12" name="Text Placeholder 4"/>
          <p:cNvSpPr>
            <a:spLocks noGrp="1"/>
          </p:cNvSpPr>
          <p:nvPr>
            <p:ph type="body" sz="quarter" idx="12" hasCustomPrompt="1"/>
          </p:nvPr>
        </p:nvSpPr>
        <p:spPr>
          <a:xfrm>
            <a:off x="0" y="-3"/>
            <a:ext cx="304800" cy="6858000"/>
          </a:xfrm>
          <a:solidFill>
            <a:schemeClr val="tx2"/>
          </a:solidFill>
        </p:spPr>
        <p:txBody>
          <a:bodyPr bIns="0" anchor="b"/>
          <a:lstStyle>
            <a:lvl1pPr marL="0" indent="0">
              <a:buNone/>
              <a:defRPr sz="133"/>
            </a:lvl1pPr>
          </a:lstStyle>
          <a:p>
            <a:pPr lvl="0"/>
            <a:r>
              <a:rPr lang="en-US" dirty="0"/>
              <a:t>  </a:t>
            </a:r>
          </a:p>
        </p:txBody>
      </p:sp>
      <p:sp>
        <p:nvSpPr>
          <p:cNvPr id="13" name="TextBox 12"/>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Tree>
    <p:extLst>
      <p:ext uri="{BB962C8B-B14F-4D97-AF65-F5344CB8AC3E}">
        <p14:creationId xmlns:p14="http://schemas.microsoft.com/office/powerpoint/2010/main" val="16714234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Pic - FOUR Images">
    <p:bg>
      <p:bgPr>
        <a:solidFill>
          <a:schemeClr val="bg1"/>
        </a:solidFill>
        <a:effectLst/>
      </p:bgPr>
    </p:bg>
    <p:spTree>
      <p:nvGrpSpPr>
        <p:cNvPr id="1" name=""/>
        <p:cNvGrpSpPr/>
        <p:nvPr/>
      </p:nvGrpSpPr>
      <p:grpSpPr>
        <a:xfrm>
          <a:off x="0" y="0"/>
          <a:ext cx="0" cy="0"/>
          <a:chOff x="0" y="0"/>
          <a:chExt cx="0" cy="0"/>
        </a:xfrm>
      </p:grpSpPr>
      <p:sp>
        <p:nvSpPr>
          <p:cNvPr id="19" name="Text Placeholder 6"/>
          <p:cNvSpPr>
            <a:spLocks noGrp="1"/>
          </p:cNvSpPr>
          <p:nvPr>
            <p:ph type="body" sz="quarter" idx="24" hasCustomPrompt="1"/>
          </p:nvPr>
        </p:nvSpPr>
        <p:spPr>
          <a:xfrm>
            <a:off x="0" y="0"/>
            <a:ext cx="12192000" cy="6858000"/>
          </a:xfrm>
          <a:solidFill>
            <a:schemeClr val="accent2"/>
          </a:solidFill>
        </p:spPr>
        <p:txBody>
          <a:bodyPr bIns="0" anchor="b" anchorCtr="0"/>
          <a:lstStyle>
            <a:lvl1pPr marL="0" indent="0">
              <a:buNone/>
              <a:defRPr sz="133"/>
            </a:lvl1pPr>
          </a:lstStyle>
          <a:p>
            <a:pPr lvl="0"/>
            <a:r>
              <a:rPr lang="en-US" dirty="0"/>
              <a:t> </a:t>
            </a:r>
            <a:r>
              <a:rPr lang="en-US" dirty="0" err="1"/>
              <a:t>x1</a:t>
            </a:r>
            <a:endParaRPr lang="en-US" dirty="0"/>
          </a:p>
          <a:p>
            <a:pPr lvl="0"/>
            <a:endParaRPr lang="en-US" dirty="0"/>
          </a:p>
        </p:txBody>
      </p:sp>
      <p:sp>
        <p:nvSpPr>
          <p:cNvPr id="5" name="Picture Placeholder 4"/>
          <p:cNvSpPr>
            <a:spLocks noGrp="1" noChangeAspect="1"/>
          </p:cNvSpPr>
          <p:nvPr>
            <p:ph type="pic" sz="quarter" idx="13" hasCustomPrompt="1"/>
          </p:nvPr>
        </p:nvSpPr>
        <p:spPr>
          <a:xfrm>
            <a:off x="290836" y="1654175"/>
            <a:ext cx="2987040" cy="2238283"/>
          </a:xfrm>
          <a:solidFill>
            <a:schemeClr val="bg1">
              <a:lumMod val="85000"/>
            </a:schemeClr>
          </a:solidFill>
        </p:spPr>
        <p:txBody>
          <a:bodyPr lIns="0" tIns="731520" anchor="t" anchorCtr="0"/>
          <a:lstStyle>
            <a:lvl1pPr marL="0" indent="0" algn="ctr">
              <a:buNone/>
              <a:defRPr baseline="0"/>
            </a:lvl1pPr>
          </a:lstStyle>
          <a:p>
            <a:r>
              <a:rPr lang="en-US" dirty="0"/>
              <a:t>Click icon to insert an image</a:t>
            </a:r>
          </a:p>
        </p:txBody>
      </p:sp>
      <p:sp>
        <p:nvSpPr>
          <p:cNvPr id="9" name="Picture Placeholder 4"/>
          <p:cNvSpPr>
            <a:spLocks noGrp="1" noChangeAspect="1"/>
          </p:cNvSpPr>
          <p:nvPr>
            <p:ph type="pic" sz="quarter" idx="15" hasCustomPrompt="1"/>
          </p:nvPr>
        </p:nvSpPr>
        <p:spPr>
          <a:xfrm>
            <a:off x="3270980" y="1654175"/>
            <a:ext cx="2987040" cy="2238283"/>
          </a:xfrm>
          <a:solidFill>
            <a:schemeClr val="bg1">
              <a:lumMod val="75000"/>
            </a:schemeClr>
          </a:solidFill>
        </p:spPr>
        <p:txBody>
          <a:bodyPr lIns="0" tIns="731520" anchor="t" anchorCtr="0"/>
          <a:lstStyle>
            <a:lvl1pPr marL="0" indent="0" algn="ctr">
              <a:buNone/>
              <a:defRPr baseline="0"/>
            </a:lvl1pPr>
          </a:lstStyle>
          <a:p>
            <a:r>
              <a:rPr lang="en-US" dirty="0"/>
              <a:t>Click icon to insert an image</a:t>
            </a:r>
          </a:p>
        </p:txBody>
      </p:sp>
      <p:sp>
        <p:nvSpPr>
          <p:cNvPr id="10" name="Picture Placeholder 4"/>
          <p:cNvSpPr>
            <a:spLocks noGrp="1" noChangeAspect="1"/>
          </p:cNvSpPr>
          <p:nvPr>
            <p:ph type="pic" sz="quarter" idx="16" hasCustomPrompt="1"/>
          </p:nvPr>
        </p:nvSpPr>
        <p:spPr>
          <a:xfrm>
            <a:off x="6251121" y="1654175"/>
            <a:ext cx="2987040" cy="2238283"/>
          </a:xfrm>
          <a:solidFill>
            <a:schemeClr val="bg1">
              <a:lumMod val="85000"/>
            </a:schemeClr>
          </a:solidFill>
        </p:spPr>
        <p:txBody>
          <a:bodyPr lIns="0" tIns="731520" anchor="t" anchorCtr="0"/>
          <a:lstStyle>
            <a:lvl1pPr marL="0" indent="0" algn="ctr">
              <a:buNone/>
              <a:defRPr baseline="0"/>
            </a:lvl1pPr>
          </a:lstStyle>
          <a:p>
            <a:r>
              <a:rPr lang="en-US" dirty="0"/>
              <a:t>Click icon to insert an image</a:t>
            </a:r>
          </a:p>
        </p:txBody>
      </p:sp>
      <p:sp>
        <p:nvSpPr>
          <p:cNvPr id="11" name="Picture Placeholder 4"/>
          <p:cNvSpPr>
            <a:spLocks noGrp="1" noChangeAspect="1"/>
          </p:cNvSpPr>
          <p:nvPr>
            <p:ph type="pic" sz="quarter" idx="17" hasCustomPrompt="1"/>
          </p:nvPr>
        </p:nvSpPr>
        <p:spPr>
          <a:xfrm>
            <a:off x="9208029" y="1654175"/>
            <a:ext cx="2987040" cy="2238283"/>
          </a:xfrm>
          <a:solidFill>
            <a:schemeClr val="bg1">
              <a:lumMod val="75000"/>
            </a:schemeClr>
          </a:solidFill>
        </p:spPr>
        <p:txBody>
          <a:bodyPr lIns="0" tIns="731520" anchor="t" anchorCtr="0"/>
          <a:lstStyle>
            <a:lvl1pPr marL="0" indent="0" algn="ctr">
              <a:buNone/>
              <a:defRPr baseline="0"/>
            </a:lvl1pPr>
          </a:lstStyle>
          <a:p>
            <a:r>
              <a:rPr lang="en-US" dirty="0"/>
              <a:t>Click icon to insert an image</a:t>
            </a:r>
          </a:p>
        </p:txBody>
      </p:sp>
      <p:sp>
        <p:nvSpPr>
          <p:cNvPr id="8" name="Text Placeholder 7"/>
          <p:cNvSpPr>
            <a:spLocks noGrp="1"/>
          </p:cNvSpPr>
          <p:nvPr>
            <p:ph type="body" sz="quarter" idx="14"/>
          </p:nvPr>
        </p:nvSpPr>
        <p:spPr>
          <a:xfrm>
            <a:off x="626534" y="4645419"/>
            <a:ext cx="11246069" cy="1813035"/>
          </a:xfrm>
          <a:noFill/>
        </p:spPr>
        <p:txBody>
          <a:bodyPr lIns="0" tIns="91440"/>
          <a:lstStyle>
            <a:lvl1pPr>
              <a:defRPr sz="3200">
                <a:solidFill>
                  <a:schemeClr val="bg1"/>
                </a:solidFill>
              </a:defRPr>
            </a:lvl1pPr>
            <a:lvl2pPr>
              <a:defRPr sz="3200">
                <a:solidFill>
                  <a:schemeClr val="bg1"/>
                </a:solidFill>
              </a:defRPr>
            </a:lvl2pPr>
            <a:lvl3pPr>
              <a:defRPr sz="2667">
                <a:solidFill>
                  <a:schemeClr val="bg1"/>
                </a:solidFill>
              </a:defRPr>
            </a:lvl3pPr>
            <a:lvl4pPr>
              <a:defRPr sz="2667">
                <a:solidFill>
                  <a:schemeClr val="bg1"/>
                </a:solidFill>
              </a:defRPr>
            </a:lvl4pPr>
            <a:lvl5pPr>
              <a:defRPr sz="2667">
                <a:solidFill>
                  <a:schemeClr val="bg1"/>
                </a:solidFill>
              </a:defRPr>
            </a:lvl5pPr>
          </a:lstStyle>
          <a:p>
            <a:pPr lvl="0"/>
            <a:r>
              <a:rPr lang="en-US"/>
              <a:t>Click to edit Master text styles</a:t>
            </a:r>
          </a:p>
          <a:p>
            <a:pPr lvl="1"/>
            <a:r>
              <a:rPr lang="en-US"/>
              <a:t>Second level</a:t>
            </a:r>
          </a:p>
        </p:txBody>
      </p:sp>
      <p:sp>
        <p:nvSpPr>
          <p:cNvPr id="3" name="Title 2"/>
          <p:cNvSpPr>
            <a:spLocks noGrp="1"/>
          </p:cNvSpPr>
          <p:nvPr>
            <p:ph type="title" hasCustomPrompt="1"/>
          </p:nvPr>
        </p:nvSpPr>
        <p:spPr/>
        <p:txBody>
          <a:bodyPr/>
          <a:lstStyle>
            <a:lvl1pPr>
              <a:defRPr>
                <a:solidFill>
                  <a:schemeClr val="bg1"/>
                </a:solidFill>
              </a:defRPr>
            </a:lvl1pPr>
          </a:lstStyle>
          <a:p>
            <a:r>
              <a:rPr lang="en-US" dirty="0"/>
              <a:t>Science/R&amp;D hero – four images</a:t>
            </a:r>
            <a:br>
              <a:rPr lang="en-US" dirty="0"/>
            </a:br>
            <a:r>
              <a:rPr lang="en-US" dirty="0"/>
              <a:t>Headline is </a:t>
            </a:r>
            <a:r>
              <a:rPr lang="en-US" dirty="0" err="1"/>
              <a:t>arial</a:t>
            </a:r>
            <a:r>
              <a:rPr lang="en-US" dirty="0"/>
              <a:t> in all caps</a:t>
            </a:r>
          </a:p>
        </p:txBody>
      </p:sp>
      <p:sp>
        <p:nvSpPr>
          <p:cNvPr id="4" name="Text Placeholder 3"/>
          <p:cNvSpPr>
            <a:spLocks noGrp="1"/>
          </p:cNvSpPr>
          <p:nvPr>
            <p:ph type="body" sz="quarter" idx="18" hasCustomPrompt="1"/>
          </p:nvPr>
        </p:nvSpPr>
        <p:spPr>
          <a:xfrm>
            <a:off x="290838" y="3931764"/>
            <a:ext cx="2984625" cy="477837"/>
          </a:xfrm>
        </p:spPr>
        <p:txBody>
          <a:bodyPr lIns="91440" rIns="91440"/>
          <a:lstStyle>
            <a:lvl1pPr marL="0" indent="0">
              <a:lnSpc>
                <a:spcPct val="95000"/>
              </a:lnSpc>
              <a:buNone/>
              <a:defRPr sz="1600" b="0" baseline="0">
                <a:solidFill>
                  <a:schemeClr val="bg1"/>
                </a:solidFill>
              </a:defRPr>
            </a:lvl1pPr>
          </a:lstStyle>
          <a:p>
            <a:pPr lvl="0"/>
            <a:r>
              <a:rPr lang="en-US" dirty="0"/>
              <a:t>Image caption Image caption Image caption Image caption Image</a:t>
            </a:r>
          </a:p>
        </p:txBody>
      </p:sp>
      <p:sp>
        <p:nvSpPr>
          <p:cNvPr id="16" name="Text Placeholder 3"/>
          <p:cNvSpPr>
            <a:spLocks noGrp="1"/>
          </p:cNvSpPr>
          <p:nvPr>
            <p:ph type="body" sz="quarter" idx="19" hasCustomPrompt="1"/>
          </p:nvPr>
        </p:nvSpPr>
        <p:spPr>
          <a:xfrm>
            <a:off x="3256794" y="3931764"/>
            <a:ext cx="2984625" cy="477837"/>
          </a:xfrm>
        </p:spPr>
        <p:txBody>
          <a:bodyPr lIns="91440" rIns="91440"/>
          <a:lstStyle>
            <a:lvl1pPr marL="0" indent="0">
              <a:lnSpc>
                <a:spcPct val="95000"/>
              </a:lnSpc>
              <a:buNone/>
              <a:defRPr sz="1600" b="0">
                <a:solidFill>
                  <a:schemeClr val="bg1"/>
                </a:solidFill>
              </a:defRPr>
            </a:lvl1pPr>
          </a:lstStyle>
          <a:p>
            <a:pPr lvl="0"/>
            <a:r>
              <a:rPr lang="en-US" dirty="0"/>
              <a:t>Image caption Image caption Image caption Image caption Image</a:t>
            </a:r>
          </a:p>
        </p:txBody>
      </p:sp>
      <p:sp>
        <p:nvSpPr>
          <p:cNvPr id="17" name="Text Placeholder 3"/>
          <p:cNvSpPr>
            <a:spLocks noGrp="1"/>
          </p:cNvSpPr>
          <p:nvPr>
            <p:ph type="body" sz="quarter" idx="20" hasCustomPrompt="1"/>
          </p:nvPr>
        </p:nvSpPr>
        <p:spPr>
          <a:xfrm>
            <a:off x="6241420" y="3931764"/>
            <a:ext cx="2984625" cy="477837"/>
          </a:xfrm>
        </p:spPr>
        <p:txBody>
          <a:bodyPr lIns="91440" rIns="91440"/>
          <a:lstStyle>
            <a:lvl1pPr marL="0" indent="0">
              <a:lnSpc>
                <a:spcPct val="95000"/>
              </a:lnSpc>
              <a:buNone/>
              <a:defRPr sz="1600" b="0">
                <a:solidFill>
                  <a:schemeClr val="bg1"/>
                </a:solidFill>
              </a:defRPr>
            </a:lvl1pPr>
          </a:lstStyle>
          <a:p>
            <a:pPr lvl="0"/>
            <a:r>
              <a:rPr lang="en-US" dirty="0"/>
              <a:t>Image caption Image caption Image caption Image caption Image</a:t>
            </a:r>
          </a:p>
        </p:txBody>
      </p:sp>
      <p:sp>
        <p:nvSpPr>
          <p:cNvPr id="18" name="Text Placeholder 3"/>
          <p:cNvSpPr>
            <a:spLocks noGrp="1"/>
          </p:cNvSpPr>
          <p:nvPr>
            <p:ph type="body" sz="quarter" idx="21" hasCustomPrompt="1"/>
          </p:nvPr>
        </p:nvSpPr>
        <p:spPr>
          <a:xfrm>
            <a:off x="9207377" y="3931764"/>
            <a:ext cx="2984625" cy="477837"/>
          </a:xfrm>
        </p:spPr>
        <p:txBody>
          <a:bodyPr lIns="91440" rIns="91440"/>
          <a:lstStyle>
            <a:lvl1pPr marL="0" indent="0">
              <a:lnSpc>
                <a:spcPct val="95000"/>
              </a:lnSpc>
              <a:buNone/>
              <a:defRPr sz="1600" b="0">
                <a:solidFill>
                  <a:schemeClr val="bg1"/>
                </a:solidFill>
              </a:defRPr>
            </a:lvl1pPr>
          </a:lstStyle>
          <a:p>
            <a:pPr lvl="0"/>
            <a:r>
              <a:rPr lang="en-US" dirty="0"/>
              <a:t>Image caption Image caption Image caption Image caption Image</a:t>
            </a:r>
          </a:p>
        </p:txBody>
      </p:sp>
      <p:sp>
        <p:nvSpPr>
          <p:cNvPr id="2" name="Slide Number Placeholder 1"/>
          <p:cNvSpPr>
            <a:spLocks noGrp="1"/>
          </p:cNvSpPr>
          <p:nvPr>
            <p:ph type="sldNum" sz="quarter" idx="22"/>
          </p:nvPr>
        </p:nvSpPr>
        <p:spPr/>
        <p:txBody>
          <a:bodyPr/>
          <a:lstStyle>
            <a:lvl1pPr>
              <a:defRPr>
                <a:solidFill>
                  <a:schemeClr val="bg1"/>
                </a:solidFill>
              </a:defRPr>
            </a:lvl1pPr>
          </a:lstStyle>
          <a:p>
            <a:fld id="{AEFAAC5A-9C4F-4278-920D-DF2BAB595749}" type="slidenum">
              <a:rPr lang="en-US" smtClean="0"/>
              <a:pPr/>
              <a:t>‹#›</a:t>
            </a:fld>
            <a:endParaRPr lang="en-US" dirty="0"/>
          </a:p>
        </p:txBody>
      </p:sp>
      <p:sp>
        <p:nvSpPr>
          <p:cNvPr id="6" name="Footer Placeholder 5"/>
          <p:cNvSpPr>
            <a:spLocks noGrp="1"/>
          </p:cNvSpPr>
          <p:nvPr>
            <p:ph type="ftr" sz="quarter" idx="23"/>
          </p:nvPr>
        </p:nvSpPr>
        <p:spPr>
          <a:xfrm>
            <a:off x="0" y="-1"/>
            <a:ext cx="304800" cy="6858000"/>
          </a:xfrm>
          <a:prstGeom prst="rect">
            <a:avLst/>
          </a:prstGeom>
        </p:spPr>
        <p:txBody>
          <a:bodyPr/>
          <a:lstStyle/>
          <a:p>
            <a:endParaRPr lang="en-US" dirty="0"/>
          </a:p>
        </p:txBody>
      </p:sp>
      <p:sp>
        <p:nvSpPr>
          <p:cNvPr id="20" name="Text Placeholder 4"/>
          <p:cNvSpPr>
            <a:spLocks noGrp="1"/>
          </p:cNvSpPr>
          <p:nvPr>
            <p:ph type="body" sz="quarter" idx="12" hasCustomPrompt="1"/>
          </p:nvPr>
        </p:nvSpPr>
        <p:spPr>
          <a:xfrm>
            <a:off x="0" y="-3"/>
            <a:ext cx="304800" cy="6858000"/>
          </a:xfrm>
          <a:solidFill>
            <a:schemeClr val="tx2"/>
          </a:solidFill>
        </p:spPr>
        <p:txBody>
          <a:bodyPr bIns="0" anchor="b"/>
          <a:lstStyle>
            <a:lvl1pPr marL="0" indent="0">
              <a:buNone/>
              <a:defRPr sz="133"/>
            </a:lvl1pPr>
          </a:lstStyle>
          <a:p>
            <a:pPr lvl="0"/>
            <a:r>
              <a:rPr lang="en-US" dirty="0"/>
              <a:t>  </a:t>
            </a:r>
          </a:p>
        </p:txBody>
      </p:sp>
      <p:sp>
        <p:nvSpPr>
          <p:cNvPr id="21" name="TextBox 20"/>
          <p:cNvSpPr txBox="1"/>
          <p:nvPr userDrawn="1"/>
        </p:nvSpPr>
        <p:spPr>
          <a:xfrm>
            <a:off x="-2501970" y="0"/>
            <a:ext cx="2065241" cy="4104522"/>
          </a:xfrm>
          <a:prstGeom prst="rect">
            <a:avLst/>
          </a:prstGeom>
          <a:solidFill>
            <a:schemeClr val="bg1">
              <a:lumMod val="50000"/>
            </a:schemeClr>
          </a:solidFill>
        </p:spPr>
        <p:txBody>
          <a:bodyPr wrap="square" rtlCol="0">
            <a:spAutoFit/>
          </a:bodyPr>
          <a:lstStyle/>
          <a:p>
            <a:r>
              <a:rPr lang="en-US" sz="1867" b="1" dirty="0">
                <a:solidFill>
                  <a:schemeClr val="bg1"/>
                </a:solidFill>
              </a:rPr>
              <a:t>Instructions on replacing a current image:</a:t>
            </a:r>
          </a:p>
          <a:p>
            <a:pPr marL="304792" indent="-304792">
              <a:buFont typeface="+mj-lt"/>
              <a:buAutoNum type="arabicPeriod"/>
            </a:pPr>
            <a:r>
              <a:rPr lang="en-US" sz="1867" dirty="0">
                <a:solidFill>
                  <a:schemeClr val="bg1"/>
                </a:solidFill>
              </a:rPr>
              <a:t>Select and delete image and click the icon to insert a different image</a:t>
            </a:r>
          </a:p>
          <a:p>
            <a:pPr marL="304792" indent="-304792">
              <a:buFont typeface="+mj-lt"/>
              <a:buAutoNum type="arabicPeriod"/>
            </a:pPr>
            <a:r>
              <a:rPr lang="en-US" sz="1867" dirty="0">
                <a:solidFill>
                  <a:schemeClr val="bg1"/>
                </a:solidFill>
              </a:rPr>
              <a:t>Use the crop tool to position the image within the shape.  </a:t>
            </a:r>
          </a:p>
          <a:p>
            <a:endParaRPr lang="en-US" dirty="0">
              <a:solidFill>
                <a:schemeClr val="bg1"/>
              </a:solidFill>
            </a:endParaRPr>
          </a:p>
        </p:txBody>
      </p:sp>
    </p:spTree>
    <p:extLst>
      <p:ext uri="{BB962C8B-B14F-4D97-AF65-F5344CB8AC3E}">
        <p14:creationId xmlns:p14="http://schemas.microsoft.com/office/powerpoint/2010/main" val="18730631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vl1pPr>
          </a:lstStyle>
          <a:p>
            <a:r>
              <a:rPr lang="en-US" dirty="0"/>
              <a:t>TITLE AND CONTENT </a:t>
            </a:r>
            <a:br>
              <a:rPr lang="en-US" dirty="0"/>
            </a:br>
            <a:r>
              <a:rPr lang="en-US" dirty="0"/>
              <a:t>Headline in </a:t>
            </a:r>
            <a:r>
              <a:rPr lang="en-US" dirty="0" err="1"/>
              <a:t>arial</a:t>
            </a:r>
            <a:r>
              <a:rPr lang="en-US" dirty="0"/>
              <a:t> and all caps</a:t>
            </a:r>
          </a:p>
        </p:txBody>
      </p:sp>
      <p:sp>
        <p:nvSpPr>
          <p:cNvPr id="4" name="TextBox 3"/>
          <p:cNvSpPr txBox="1"/>
          <p:nvPr userDrawn="1"/>
        </p:nvSpPr>
        <p:spPr>
          <a:xfrm>
            <a:off x="2864469" y="1445567"/>
            <a:ext cx="184731" cy="369332"/>
          </a:xfrm>
          <a:prstGeom prst="rect">
            <a:avLst/>
          </a:prstGeom>
          <a:noFill/>
        </p:spPr>
        <p:txBody>
          <a:bodyPr wrap="none" rtlCol="0">
            <a:spAutoFit/>
          </a:bodyPr>
          <a:lstStyle/>
          <a:p>
            <a:endParaRPr lang="en-US" sz="1800" dirty="0"/>
          </a:p>
        </p:txBody>
      </p:sp>
      <p:sp>
        <p:nvSpPr>
          <p:cNvPr id="7" name="Slide Number Placeholder 6"/>
          <p:cNvSpPr>
            <a:spLocks noGrp="1"/>
          </p:cNvSpPr>
          <p:nvPr>
            <p:ph type="sldNum" sz="quarter" idx="13"/>
          </p:nvPr>
        </p:nvSpPr>
        <p:spPr/>
        <p:txBody>
          <a:bodyPr/>
          <a:lstStyle/>
          <a:p>
            <a:fld id="{AEFAAC5A-9C4F-4278-920D-DF2BAB595749}" type="slidenum">
              <a:rPr lang="en-US" smtClean="0"/>
              <a:pPr/>
              <a:t>‹#›</a:t>
            </a:fld>
            <a:endParaRPr lang="en-US" dirty="0"/>
          </a:p>
        </p:txBody>
      </p:sp>
    </p:spTree>
    <p:extLst>
      <p:ext uri="{BB962C8B-B14F-4D97-AF65-F5344CB8AC3E}">
        <p14:creationId xmlns:p14="http://schemas.microsoft.com/office/powerpoint/2010/main" val="15924550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hasCustomPrompt="1"/>
          </p:nvPr>
        </p:nvSpPr>
        <p:spPr/>
        <p:txBody>
          <a:bodyPr/>
          <a:lstStyle>
            <a:lvl1pPr>
              <a:defRPr>
                <a:solidFill>
                  <a:srgbClr val="000000"/>
                </a:solidFill>
              </a:defRPr>
            </a:lvl1pPr>
            <a:lvl2pPr marL="573088" indent="-298450">
              <a:defRPr>
                <a:solidFill>
                  <a:srgbClr val="000000"/>
                </a:solidFill>
              </a:defRPr>
            </a:lvl2pPr>
            <a:lvl3pPr marL="519113" indent="217488">
              <a:buFont typeface="Arial" panose="020B0604020202020204" pitchFamily="34" charset="0"/>
              <a:buChar char="•"/>
              <a:defRPr>
                <a:solidFill>
                  <a:srgbClr val="000000"/>
                </a:solidFill>
              </a:defRPr>
            </a:lvl3pPr>
          </a:lstStyle>
          <a:p>
            <a:pPr lvl="0"/>
            <a:r>
              <a:rPr lang="en-US" dirty="0"/>
              <a:t>Click to add 1st-level bullet</a:t>
            </a:r>
          </a:p>
          <a:p>
            <a:pPr lvl="1"/>
            <a:r>
              <a:rPr lang="en-US" dirty="0"/>
              <a:t>Second level</a:t>
            </a:r>
          </a:p>
          <a:p>
            <a:pPr lvl="2"/>
            <a:r>
              <a:rPr lang="en-US" dirty="0"/>
              <a:t>Third level</a:t>
            </a:r>
          </a:p>
        </p:txBody>
      </p:sp>
      <p:pic>
        <p:nvPicPr>
          <p:cNvPr id="9" name="Picture 2" descr="C:\Users\amiesen\Desktop\anlrgbpptlogo.png">
            <a:extLst>
              <a:ext uri="{FF2B5EF4-FFF2-40B4-BE49-F238E27FC236}">
                <a16:creationId xmlns:a16="http://schemas.microsoft.com/office/drawing/2014/main" id="{0BE5278A-4530-FE40-BC51-BC9AFDDF8006}"/>
              </a:ext>
            </a:extLst>
          </p:cNvPr>
          <p:cNvPicPr>
            <a:picLocks noChangeAspect="1" noChangeArrowheads="1"/>
          </p:cNvPicPr>
          <p:nvPr userDrawn="1"/>
        </p:nvPicPr>
        <p:blipFill>
          <a:blip r:embed="rId2" cstate="hqprint">
            <a:extLst>
              <a:ext uri="{28A0092B-C50C-407E-A947-70E740481C1C}">
                <a14:useLocalDpi xmlns:a14="http://schemas.microsoft.com/office/drawing/2010/main"/>
              </a:ext>
            </a:extLst>
          </a:blip>
          <a:srcRect/>
          <a:stretch>
            <a:fillRect/>
          </a:stretch>
        </p:blipFill>
        <p:spPr bwMode="auto">
          <a:xfrm>
            <a:off x="11067986" y="6399990"/>
            <a:ext cx="1034357" cy="372625"/>
          </a:xfrm>
          <a:prstGeom prst="rect">
            <a:avLst/>
          </a:prstGeom>
          <a:noFill/>
          <a:extLst>
            <a:ext uri="{909E8E84-426E-40dd-AFC4-6F175D3DCCD1}">
              <a14:hiddenFill xmlns=""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5DE8B1DD-C91C-9E44-BB79-41447ACB4C61}"/>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89282" y="6466009"/>
            <a:ext cx="1891671" cy="240587"/>
          </a:xfrm>
          <a:prstGeom prst="rect">
            <a:avLst/>
          </a:prstGeom>
        </p:spPr>
      </p:pic>
      <p:sp>
        <p:nvSpPr>
          <p:cNvPr id="11" name="Slide Number Placeholder 7">
            <a:extLst>
              <a:ext uri="{FF2B5EF4-FFF2-40B4-BE49-F238E27FC236}">
                <a16:creationId xmlns:a16="http://schemas.microsoft.com/office/drawing/2014/main" id="{BCDD2189-9FA3-5947-85D1-005D425E6B67}"/>
              </a:ext>
            </a:extLst>
          </p:cNvPr>
          <p:cNvSpPr>
            <a:spLocks noGrp="1"/>
          </p:cNvSpPr>
          <p:nvPr>
            <p:ph type="sldNum" sz="quarter" idx="13"/>
          </p:nvPr>
        </p:nvSpPr>
        <p:spPr>
          <a:xfrm>
            <a:off x="-12035" y="6436086"/>
            <a:ext cx="405061" cy="294417"/>
          </a:xfrm>
          <a:prstGeom prst="rect">
            <a:avLst/>
          </a:prstGeom>
        </p:spPr>
        <p:txBody>
          <a:bodyPr anchor="ctr"/>
          <a:lstStyle>
            <a:lvl1pPr algn="ctr">
              <a:defRPr sz="1200">
                <a:solidFill>
                  <a:schemeClr val="bg1"/>
                </a:solidFill>
              </a:defRPr>
            </a:lvl1pPr>
          </a:lstStyle>
          <a:p>
            <a:fld id="{AEFAAC5A-9C4F-4278-920D-DF2BAB595749}" type="slidenum">
              <a:rPr lang="en-US" smtClean="0"/>
              <a:pPr/>
              <a:t>‹#›</a:t>
            </a:fld>
            <a:endParaRPr lang="en-US" dirty="0"/>
          </a:p>
        </p:txBody>
      </p:sp>
    </p:spTree>
    <p:extLst>
      <p:ext uri="{BB962C8B-B14F-4D97-AF65-F5344CB8AC3E}">
        <p14:creationId xmlns:p14="http://schemas.microsoft.com/office/powerpoint/2010/main" val="32485468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olumns-TWO">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11417300" y="6513801"/>
            <a:ext cx="609600" cy="182880"/>
          </a:xfrm>
          <a:prstGeom prst="rect">
            <a:avLst/>
          </a:prstGeom>
        </p:spPr>
        <p:txBody>
          <a:bodyPr/>
          <a:lstStyle>
            <a:lvl1pPr>
              <a:defRPr>
                <a:solidFill>
                  <a:srgbClr val="232425"/>
                </a:solidFill>
              </a:defRPr>
            </a:lvl1pPr>
          </a:lstStyle>
          <a:p>
            <a:fld id="{AEFAAC5A-9C4F-4278-920D-DF2BAB595749}" type="slidenum">
              <a:rPr lang="en-US" smtClean="0">
                <a:latin typeface="Arial"/>
              </a:rPr>
              <a:pPr/>
              <a:t>‹#›</a:t>
            </a:fld>
            <a:endParaRPr lang="en-US" dirty="0">
              <a:latin typeface="Arial"/>
            </a:endParaRPr>
          </a:p>
        </p:txBody>
      </p:sp>
      <p:sp>
        <p:nvSpPr>
          <p:cNvPr id="7" name="Text Placeholder 5"/>
          <p:cNvSpPr>
            <a:spLocks noGrp="1"/>
          </p:cNvSpPr>
          <p:nvPr>
            <p:ph type="body" sz="quarter" idx="12" hasCustomPrompt="1"/>
          </p:nvPr>
        </p:nvSpPr>
        <p:spPr>
          <a:xfrm>
            <a:off x="609601" y="1168749"/>
            <a:ext cx="11163868" cy="499715"/>
          </a:xfrm>
        </p:spPr>
        <p:txBody>
          <a:bodyPr bIns="0">
            <a:noAutofit/>
          </a:bodyPr>
          <a:lstStyle>
            <a:lvl1pPr marL="0" indent="0">
              <a:lnSpc>
                <a:spcPct val="90000"/>
              </a:lnSpc>
              <a:spcBef>
                <a:spcPts val="0"/>
              </a:spcBef>
              <a:buNone/>
              <a:defRPr sz="2400" b="0">
                <a:solidFill>
                  <a:srgbClr val="000000"/>
                </a:solidFill>
              </a:defRPr>
            </a:lvl1pPr>
          </a:lstStyle>
          <a:p>
            <a:r>
              <a:rPr lang="en-US" dirty="0"/>
              <a:t>Slide subtitle optional -  delete as needed</a:t>
            </a:r>
          </a:p>
        </p:txBody>
      </p:sp>
      <p:sp>
        <p:nvSpPr>
          <p:cNvPr id="4" name="Text Placeholder 3"/>
          <p:cNvSpPr>
            <a:spLocks noGrp="1"/>
          </p:cNvSpPr>
          <p:nvPr>
            <p:ph type="body" sz="quarter" idx="13"/>
          </p:nvPr>
        </p:nvSpPr>
        <p:spPr>
          <a:xfrm>
            <a:off x="609600" y="1699996"/>
            <a:ext cx="5364480" cy="4422775"/>
          </a:xfrm>
        </p:spPr>
        <p:txBody>
          <a:bodyPr/>
          <a:lstStyle>
            <a:lvl1pPr>
              <a:defRPr sz="2400">
                <a:solidFill>
                  <a:srgbClr val="000000"/>
                </a:solidFill>
              </a:defRPr>
            </a:lvl1pPr>
            <a:lvl2pPr marL="573088" indent="-298450">
              <a:spcBef>
                <a:spcPts val="0"/>
              </a:spcBef>
              <a:defRPr sz="2000">
                <a:solidFill>
                  <a:srgbClr val="000000"/>
                </a:solidFill>
              </a:defRPr>
            </a:lvl2pPr>
            <a:lvl3pPr marL="682625" indent="-184150">
              <a:defRPr sz="1800">
                <a:solidFill>
                  <a:srgbClr val="000000"/>
                </a:solidFill>
              </a:defRPr>
            </a:lvl3pPr>
            <a:lvl4pPr marL="865188" indent="-171450">
              <a:defRPr sz="1600">
                <a:solidFill>
                  <a:srgbClr val="000000"/>
                </a:solidFill>
              </a:defRPr>
            </a:lvl4pPr>
            <a:lvl5pPr marL="1084263" indent="-171450">
              <a:defRPr sz="1400">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 Fourth Level</a:t>
            </a:r>
          </a:p>
        </p:txBody>
      </p:sp>
      <p:sp>
        <p:nvSpPr>
          <p:cNvPr id="15" name="Text Placeholder 3"/>
          <p:cNvSpPr>
            <a:spLocks noGrp="1"/>
          </p:cNvSpPr>
          <p:nvPr>
            <p:ph type="body" sz="quarter" idx="14"/>
          </p:nvPr>
        </p:nvSpPr>
        <p:spPr>
          <a:xfrm>
            <a:off x="6267451" y="1685707"/>
            <a:ext cx="5364480" cy="4422775"/>
          </a:xfrm>
        </p:spPr>
        <p:txBody>
          <a:bodyPr/>
          <a:lstStyle>
            <a:lvl1pPr>
              <a:defRPr sz="2400">
                <a:solidFill>
                  <a:srgbClr val="000000"/>
                </a:solidFill>
              </a:defRPr>
            </a:lvl1pPr>
            <a:lvl2pPr marL="573088" indent="-298450">
              <a:spcBef>
                <a:spcPts val="0"/>
              </a:spcBef>
              <a:defRPr sz="2000">
                <a:solidFill>
                  <a:srgbClr val="000000"/>
                </a:solidFill>
              </a:defRPr>
            </a:lvl2pPr>
            <a:lvl3pPr marL="682625" indent="-184150">
              <a:defRPr sz="1800">
                <a:solidFill>
                  <a:srgbClr val="000000"/>
                </a:solidFill>
              </a:defRPr>
            </a:lvl3pPr>
            <a:lvl4pPr marL="865188" indent="-171450">
              <a:defRPr sz="1600">
                <a:solidFill>
                  <a:srgbClr val="000000"/>
                </a:solidFill>
              </a:defRPr>
            </a:lvl4pPr>
            <a:lvl5pPr marL="1084263" indent="-171450">
              <a:defRPr sz="1400">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 Fourth Level</a:t>
            </a:r>
          </a:p>
        </p:txBody>
      </p:sp>
      <p:sp>
        <p:nvSpPr>
          <p:cNvPr id="2" name="Title 1"/>
          <p:cNvSpPr>
            <a:spLocks noGrp="1"/>
          </p:cNvSpPr>
          <p:nvPr>
            <p:ph type="title" hasCustomPrompt="1"/>
          </p:nvPr>
        </p:nvSpPr>
        <p:spPr/>
        <p:txBody>
          <a:bodyPr/>
          <a:lstStyle>
            <a:lvl1pPr>
              <a:defRPr/>
            </a:lvl1pPr>
          </a:lstStyle>
          <a:p>
            <a:r>
              <a:rPr lang="en-US" dirty="0"/>
              <a:t>Two-column CONTENT slide</a:t>
            </a:r>
            <a:br>
              <a:rPr lang="en-US" dirty="0"/>
            </a:br>
            <a:r>
              <a:rPr lang="en-US" dirty="0"/>
              <a:t>one or two lines for headline</a:t>
            </a:r>
          </a:p>
        </p:txBody>
      </p:sp>
      <p:sp>
        <p:nvSpPr>
          <p:cNvPr id="8" name="Footer Placeholder 4"/>
          <p:cNvSpPr>
            <a:spLocks noGrp="1"/>
          </p:cNvSpPr>
          <p:nvPr>
            <p:ph type="ftr" sz="quarter" idx="3"/>
          </p:nvPr>
        </p:nvSpPr>
        <p:spPr>
          <a:xfrm>
            <a:off x="3050996" y="6497523"/>
            <a:ext cx="6533281" cy="215436"/>
          </a:xfrm>
          <a:prstGeom prst="rect">
            <a:avLst/>
          </a:prstGeom>
        </p:spPr>
        <p:txBody>
          <a:bodyPr vert="horz" lIns="91440" tIns="45720" rIns="91440" bIns="45720" rtlCol="0" anchor="ctr"/>
          <a:lstStyle>
            <a:lvl1pPr algn="ctr">
              <a:defRPr sz="1000">
                <a:solidFill>
                  <a:srgbClr val="232425"/>
                </a:solidFill>
              </a:defRPr>
            </a:lvl1pPr>
          </a:lstStyle>
          <a:p>
            <a:endParaRPr lang="en-US" dirty="0"/>
          </a:p>
        </p:txBody>
      </p:sp>
      <p:pic>
        <p:nvPicPr>
          <p:cNvPr id="9" name="Picture 8"/>
          <p:cNvPicPr>
            <a:picLocks noChangeAspect="1"/>
          </p:cNvPicPr>
          <p:nvPr userDrawn="1"/>
        </p:nvPicPr>
        <p:blipFill>
          <a:blip r:embed="rId2"/>
          <a:stretch>
            <a:fillRect/>
          </a:stretch>
        </p:blipFill>
        <p:spPr>
          <a:xfrm>
            <a:off x="542431" y="6412792"/>
            <a:ext cx="1109568" cy="335309"/>
          </a:xfrm>
          <a:prstGeom prst="rect">
            <a:avLst/>
          </a:prstGeom>
        </p:spPr>
      </p:pic>
    </p:spTree>
    <p:extLst>
      <p:ext uri="{BB962C8B-B14F-4D97-AF65-F5344CB8AC3E}">
        <p14:creationId xmlns:p14="http://schemas.microsoft.com/office/powerpoint/2010/main" val="22037362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ver Option A">
    <p:spTree>
      <p:nvGrpSpPr>
        <p:cNvPr id="1" name=""/>
        <p:cNvGrpSpPr/>
        <p:nvPr/>
      </p:nvGrpSpPr>
      <p:grpSpPr>
        <a:xfrm>
          <a:off x="0" y="0"/>
          <a:ext cx="0" cy="0"/>
          <a:chOff x="0" y="0"/>
          <a:chExt cx="0" cy="0"/>
        </a:xfrm>
      </p:grpSpPr>
      <p:sp>
        <p:nvSpPr>
          <p:cNvPr id="8" name="Picture Placeholder 4"/>
          <p:cNvSpPr>
            <a:spLocks noGrp="1" noChangeAspect="1"/>
          </p:cNvSpPr>
          <p:nvPr>
            <p:ph type="pic" sz="quarter" idx="16" hasCustomPrompt="1"/>
          </p:nvPr>
        </p:nvSpPr>
        <p:spPr>
          <a:xfrm>
            <a:off x="6484968" y="1689100"/>
            <a:ext cx="5707033" cy="2706624"/>
          </a:xfrm>
          <a:solidFill>
            <a:schemeClr val="bg1">
              <a:lumMod val="75000"/>
            </a:schemeClr>
          </a:solidFill>
        </p:spPr>
        <p:txBody>
          <a:bodyPr tIns="365760"/>
          <a:lstStyle>
            <a:lvl1pPr marL="0" indent="0" algn="ctr">
              <a:buNone/>
              <a:defRPr baseline="0"/>
            </a:lvl1pPr>
          </a:lstStyle>
          <a:p>
            <a:r>
              <a:rPr lang="en-US" dirty="0"/>
              <a:t>Click icon to insert an image</a:t>
            </a:r>
          </a:p>
        </p:txBody>
      </p:sp>
      <p:sp>
        <p:nvSpPr>
          <p:cNvPr id="2" name="Title 1"/>
          <p:cNvSpPr>
            <a:spLocks noGrp="1"/>
          </p:cNvSpPr>
          <p:nvPr>
            <p:ph type="title" hasCustomPrompt="1"/>
          </p:nvPr>
        </p:nvSpPr>
        <p:spPr>
          <a:xfrm>
            <a:off x="2" y="1689100"/>
            <a:ext cx="6484965" cy="2706624"/>
          </a:xfrm>
          <a:solidFill>
            <a:srgbClr val="004165"/>
          </a:solidFill>
        </p:spPr>
        <p:txBody>
          <a:bodyPr lIns="457200" rIns="91440" anchor="ctr">
            <a:normAutofit/>
          </a:bodyPr>
          <a:lstStyle>
            <a:lvl1pPr>
              <a:defRPr sz="2800" baseline="0">
                <a:solidFill>
                  <a:schemeClr val="bg1"/>
                </a:solidFill>
              </a:defRPr>
            </a:lvl1pPr>
          </a:lstStyle>
          <a:p>
            <a:r>
              <a:rPr lang="en-US" dirty="0"/>
              <a:t>Presentation title -Cover option A</a:t>
            </a:r>
            <a:br>
              <a:rPr lang="en-US" dirty="0"/>
            </a:br>
            <a:r>
              <a:rPr lang="en-US" dirty="0"/>
              <a:t>can be up to four </a:t>
            </a:r>
            <a:br>
              <a:rPr lang="en-US" dirty="0"/>
            </a:br>
            <a:r>
              <a:rPr lang="en-US" dirty="0"/>
              <a:t>or five lines of text</a:t>
            </a:r>
          </a:p>
        </p:txBody>
      </p:sp>
      <p:sp>
        <p:nvSpPr>
          <p:cNvPr id="45" name="Text Placeholder 4"/>
          <p:cNvSpPr>
            <a:spLocks noGrp="1"/>
          </p:cNvSpPr>
          <p:nvPr>
            <p:ph type="body" sz="quarter" idx="12" hasCustomPrompt="1"/>
          </p:nvPr>
        </p:nvSpPr>
        <p:spPr>
          <a:xfrm>
            <a:off x="-2" y="1689100"/>
            <a:ext cx="319619" cy="2706624"/>
          </a:xfrm>
          <a:solidFill>
            <a:schemeClr val="tx2">
              <a:lumMod val="75000"/>
            </a:schemeClr>
          </a:solidFill>
        </p:spPr>
        <p:txBody>
          <a:bodyPr bIns="0" anchor="b"/>
          <a:lstStyle>
            <a:lvl1pPr marL="0" indent="0">
              <a:buNone/>
              <a:defRPr sz="100"/>
            </a:lvl1pPr>
          </a:lstStyle>
          <a:p>
            <a:pPr lvl="0"/>
            <a:r>
              <a:rPr lang="en-US" dirty="0"/>
              <a:t>  </a:t>
            </a:r>
          </a:p>
        </p:txBody>
      </p:sp>
      <p:sp>
        <p:nvSpPr>
          <p:cNvPr id="48" name="Text Placeholder 9"/>
          <p:cNvSpPr>
            <a:spLocks noGrp="1"/>
          </p:cNvSpPr>
          <p:nvPr>
            <p:ph type="body" sz="quarter" idx="17" hasCustomPrompt="1"/>
          </p:nvPr>
        </p:nvSpPr>
        <p:spPr>
          <a:xfrm>
            <a:off x="626534" y="4582947"/>
            <a:ext cx="3590495" cy="393700"/>
          </a:xfrm>
        </p:spPr>
        <p:txBody>
          <a:bodyPr lIns="0" bIns="0" anchor="b">
            <a:normAutofit/>
          </a:bodyPr>
          <a:lstStyle>
            <a:lvl1pPr marL="0" indent="0">
              <a:buNone/>
              <a:defRPr sz="1400" b="1" cap="all" baseline="0">
                <a:solidFill>
                  <a:schemeClr val="tx1"/>
                </a:solidFill>
              </a:defRPr>
            </a:lvl1pPr>
            <a:lvl2pPr marL="0" indent="0">
              <a:buNone/>
              <a:defRPr/>
            </a:lvl2pPr>
            <a:lvl3pPr marL="0" indent="0">
              <a:spcBef>
                <a:spcPts val="1800"/>
              </a:spcBef>
              <a:buNone/>
              <a:defRPr/>
            </a:lvl3pPr>
          </a:lstStyle>
          <a:p>
            <a:pPr lvl="0"/>
            <a:r>
              <a:rPr lang="en-US" dirty="0"/>
              <a:t>presenter name</a:t>
            </a:r>
          </a:p>
        </p:txBody>
      </p:sp>
      <p:sp>
        <p:nvSpPr>
          <p:cNvPr id="49" name="Text Placeholder 45"/>
          <p:cNvSpPr>
            <a:spLocks noGrp="1"/>
          </p:cNvSpPr>
          <p:nvPr>
            <p:ph type="body" sz="quarter" idx="18" hasCustomPrompt="1"/>
          </p:nvPr>
        </p:nvSpPr>
        <p:spPr>
          <a:xfrm>
            <a:off x="626534" y="5045054"/>
            <a:ext cx="3590495" cy="914400"/>
          </a:xfrm>
        </p:spPr>
        <p:txBody>
          <a:bodyPr lIns="0">
            <a:normAutofit/>
          </a:bodyPr>
          <a:lstStyle>
            <a:lvl1pPr marL="0" indent="0">
              <a:lnSpc>
                <a:spcPct val="95000"/>
              </a:lnSpc>
              <a:spcBef>
                <a:spcPts val="0"/>
              </a:spcBef>
              <a:buNone/>
              <a:defRPr sz="1400">
                <a:solidFill>
                  <a:schemeClr val="tx1"/>
                </a:solidFill>
              </a:defRPr>
            </a:lvl1pPr>
            <a:lvl2pPr marL="0" indent="0">
              <a:spcBef>
                <a:spcPts val="1800"/>
              </a:spcBef>
              <a:buNone/>
              <a:defRPr/>
            </a:lvl2pPr>
          </a:lstStyle>
          <a:p>
            <a:r>
              <a:rPr lang="en-US" dirty="0"/>
              <a:t>Add Presenter Title</a:t>
            </a:r>
            <a:br>
              <a:rPr lang="en-US" dirty="0"/>
            </a:br>
            <a:r>
              <a:rPr lang="en-US" dirty="0"/>
              <a:t>Optional Line 2</a:t>
            </a:r>
            <a:br>
              <a:rPr lang="en-US" dirty="0"/>
            </a:br>
            <a:r>
              <a:rPr lang="en-US" dirty="0"/>
              <a:t>Optional Line 3</a:t>
            </a:r>
          </a:p>
        </p:txBody>
      </p:sp>
      <p:sp>
        <p:nvSpPr>
          <p:cNvPr id="50" name="Text Placeholder 9"/>
          <p:cNvSpPr>
            <a:spLocks noGrp="1"/>
          </p:cNvSpPr>
          <p:nvPr>
            <p:ph type="body" sz="quarter" idx="21" hasCustomPrompt="1"/>
          </p:nvPr>
        </p:nvSpPr>
        <p:spPr>
          <a:xfrm>
            <a:off x="4556495" y="4582947"/>
            <a:ext cx="3590495" cy="393700"/>
          </a:xfrm>
        </p:spPr>
        <p:txBody>
          <a:bodyPr lIns="0" bIns="0" anchor="b">
            <a:normAutofit/>
          </a:bodyPr>
          <a:lstStyle>
            <a:lvl1pPr marL="0" indent="0">
              <a:buFont typeface="Arial" pitchFamily="34" charset="0"/>
              <a:buNone/>
              <a:defRPr sz="1400" b="1" cap="all" baseline="0">
                <a:solidFill>
                  <a:schemeClr val="tx1"/>
                </a:solidFill>
              </a:defRPr>
            </a:lvl1pPr>
            <a:lvl2pPr marL="0" indent="0">
              <a:buNone/>
              <a:defRPr/>
            </a:lvl2pPr>
            <a:lvl3pPr marL="0" indent="0">
              <a:spcBef>
                <a:spcPts val="1800"/>
              </a:spcBef>
              <a:buNone/>
              <a:defRPr/>
            </a:lvl3pPr>
          </a:lstStyle>
          <a:p>
            <a:pPr lvl="0"/>
            <a:r>
              <a:rPr lang="en-US" dirty="0"/>
              <a:t>presenter name</a:t>
            </a:r>
          </a:p>
        </p:txBody>
      </p:sp>
      <p:sp>
        <p:nvSpPr>
          <p:cNvPr id="53" name="Text Placeholder 45"/>
          <p:cNvSpPr>
            <a:spLocks noGrp="1"/>
          </p:cNvSpPr>
          <p:nvPr>
            <p:ph type="body" sz="quarter" idx="22" hasCustomPrompt="1"/>
          </p:nvPr>
        </p:nvSpPr>
        <p:spPr>
          <a:xfrm>
            <a:off x="4556495" y="5045054"/>
            <a:ext cx="3590495" cy="914400"/>
          </a:xfrm>
        </p:spPr>
        <p:txBody>
          <a:bodyPr lIns="0">
            <a:normAutofit/>
          </a:bodyPr>
          <a:lstStyle>
            <a:lvl1pPr marL="0" indent="0">
              <a:lnSpc>
                <a:spcPct val="95000"/>
              </a:lnSpc>
              <a:spcBef>
                <a:spcPts val="0"/>
              </a:spcBef>
              <a:buFont typeface="Arial" pitchFamily="34" charset="0"/>
              <a:buNone/>
              <a:defRPr sz="1400">
                <a:solidFill>
                  <a:schemeClr val="tx1"/>
                </a:solidFill>
              </a:defRPr>
            </a:lvl1pPr>
            <a:lvl2pPr marL="0" indent="0">
              <a:spcBef>
                <a:spcPts val="1800"/>
              </a:spcBef>
              <a:buNone/>
              <a:defRPr/>
            </a:lvl2pPr>
          </a:lstStyle>
          <a:p>
            <a:pPr lvl="0"/>
            <a:r>
              <a:rPr lang="en-US" dirty="0"/>
              <a:t>Remove second presenter </a:t>
            </a:r>
            <a:br>
              <a:rPr lang="en-US" dirty="0"/>
            </a:br>
            <a:r>
              <a:rPr lang="en-US" dirty="0"/>
              <a:t>info if not needed</a:t>
            </a:r>
          </a:p>
        </p:txBody>
      </p:sp>
      <p:sp>
        <p:nvSpPr>
          <p:cNvPr id="54" name="Text Placeholder 9"/>
          <p:cNvSpPr>
            <a:spLocks noGrp="1"/>
          </p:cNvSpPr>
          <p:nvPr>
            <p:ph type="body" sz="quarter" idx="25" hasCustomPrompt="1"/>
          </p:nvPr>
        </p:nvSpPr>
        <p:spPr>
          <a:xfrm>
            <a:off x="8480262" y="4582947"/>
            <a:ext cx="3590495" cy="393700"/>
          </a:xfrm>
        </p:spPr>
        <p:txBody>
          <a:bodyPr lIns="0" bIns="0" anchor="b">
            <a:normAutofit/>
          </a:bodyPr>
          <a:lstStyle>
            <a:lvl1pPr marL="0" indent="0">
              <a:buFont typeface="Arial" pitchFamily="34" charset="0"/>
              <a:buNone/>
              <a:defRPr sz="1400" b="1" cap="all" baseline="0">
                <a:solidFill>
                  <a:schemeClr val="tx1"/>
                </a:solidFill>
              </a:defRPr>
            </a:lvl1pPr>
            <a:lvl2pPr marL="0" indent="0">
              <a:buNone/>
              <a:defRPr/>
            </a:lvl2pPr>
            <a:lvl3pPr marL="0" indent="0">
              <a:spcBef>
                <a:spcPts val="1800"/>
              </a:spcBef>
              <a:buNone/>
              <a:defRPr/>
            </a:lvl3pPr>
          </a:lstStyle>
          <a:p>
            <a:pPr lvl="0"/>
            <a:r>
              <a:rPr lang="en-US" dirty="0"/>
              <a:t>presenter name</a:t>
            </a:r>
          </a:p>
        </p:txBody>
      </p:sp>
      <p:sp>
        <p:nvSpPr>
          <p:cNvPr id="55" name="Text Placeholder 45"/>
          <p:cNvSpPr>
            <a:spLocks noGrp="1"/>
          </p:cNvSpPr>
          <p:nvPr>
            <p:ph type="body" sz="quarter" idx="26" hasCustomPrompt="1"/>
          </p:nvPr>
        </p:nvSpPr>
        <p:spPr>
          <a:xfrm>
            <a:off x="8480262" y="5045054"/>
            <a:ext cx="3590495" cy="914400"/>
          </a:xfrm>
        </p:spPr>
        <p:txBody>
          <a:bodyPr lIns="0">
            <a:normAutofit/>
          </a:bodyPr>
          <a:lstStyle>
            <a:lvl1pPr marL="0" indent="0">
              <a:lnSpc>
                <a:spcPct val="95000"/>
              </a:lnSpc>
              <a:spcBef>
                <a:spcPts val="0"/>
              </a:spcBef>
              <a:buFont typeface="Arial" pitchFamily="34" charset="0"/>
              <a:buNone/>
              <a:defRPr sz="1400">
                <a:solidFill>
                  <a:schemeClr val="tx1"/>
                </a:solidFill>
              </a:defRPr>
            </a:lvl1pPr>
            <a:lvl2pPr marL="0" indent="0">
              <a:spcBef>
                <a:spcPts val="1800"/>
              </a:spcBef>
              <a:buNone/>
              <a:defRPr/>
            </a:lvl2pPr>
          </a:lstStyle>
          <a:p>
            <a:pPr lvl="0"/>
            <a:r>
              <a:rPr lang="en-US" dirty="0"/>
              <a:t>Remove third presenter </a:t>
            </a:r>
            <a:br>
              <a:rPr lang="en-US" dirty="0"/>
            </a:br>
            <a:r>
              <a:rPr lang="en-US" dirty="0"/>
              <a:t>info if not needed</a:t>
            </a:r>
          </a:p>
        </p:txBody>
      </p:sp>
      <p:sp>
        <p:nvSpPr>
          <p:cNvPr id="47" name="Text Placeholder 45"/>
          <p:cNvSpPr>
            <a:spLocks noGrp="1"/>
          </p:cNvSpPr>
          <p:nvPr>
            <p:ph type="body" sz="quarter" idx="19" hasCustomPrompt="1"/>
          </p:nvPr>
        </p:nvSpPr>
        <p:spPr>
          <a:xfrm>
            <a:off x="606116" y="5747819"/>
            <a:ext cx="7859323" cy="515411"/>
          </a:xfrm>
        </p:spPr>
        <p:txBody>
          <a:bodyPr lIns="0" anchor="b"/>
          <a:lstStyle>
            <a:lvl1pPr marL="0" indent="0">
              <a:spcBef>
                <a:spcPts val="0"/>
              </a:spcBef>
              <a:buNone/>
              <a:defRPr sz="1400" baseline="0">
                <a:solidFill>
                  <a:schemeClr val="tx1"/>
                </a:solidFill>
              </a:defRPr>
            </a:lvl1pPr>
            <a:lvl2pPr marL="0" indent="0">
              <a:spcBef>
                <a:spcPts val="1800"/>
              </a:spcBef>
              <a:buNone/>
              <a:defRPr/>
            </a:lvl2pPr>
          </a:lstStyle>
          <a:p>
            <a:pPr lvl="0"/>
            <a:r>
              <a:rPr lang="en-US" dirty="0"/>
              <a:t>Presentation Date</a:t>
            </a:r>
            <a:br>
              <a:rPr lang="en-US" dirty="0"/>
            </a:br>
            <a:r>
              <a:rPr lang="en-US" dirty="0"/>
              <a:t>City, State (presentation location)</a:t>
            </a:r>
          </a:p>
        </p:txBody>
      </p:sp>
      <p:sp>
        <p:nvSpPr>
          <p:cNvPr id="15" name="Text Placeholder 9"/>
          <p:cNvSpPr>
            <a:spLocks noGrp="1"/>
          </p:cNvSpPr>
          <p:nvPr>
            <p:ph type="body" sz="quarter" idx="27" hasCustomPrompt="1"/>
          </p:nvPr>
        </p:nvSpPr>
        <p:spPr>
          <a:xfrm>
            <a:off x="575733" y="730250"/>
            <a:ext cx="8250767" cy="393700"/>
          </a:xfrm>
        </p:spPr>
        <p:txBody>
          <a:bodyPr lIns="0" bIns="0" anchor="b">
            <a:normAutofit/>
          </a:bodyPr>
          <a:lstStyle>
            <a:lvl1pPr marL="0" indent="0">
              <a:buNone/>
              <a:defRPr sz="1800" b="1" cap="all" baseline="0">
                <a:solidFill>
                  <a:schemeClr val="tx1"/>
                </a:solidFill>
              </a:defRPr>
            </a:lvl1pPr>
            <a:lvl2pPr marL="0" indent="0">
              <a:buNone/>
              <a:defRPr/>
            </a:lvl2pPr>
            <a:lvl3pPr marL="0" indent="0">
              <a:spcBef>
                <a:spcPts val="1800"/>
              </a:spcBef>
              <a:buNone/>
              <a:defRPr/>
            </a:lvl3pPr>
          </a:lstStyle>
          <a:p>
            <a:pPr lvl="0"/>
            <a:r>
              <a:rPr lang="en-US" dirty="0"/>
              <a:t>Optional one line subhead, </a:t>
            </a:r>
            <a:r>
              <a:rPr lang="en-US" dirty="0" err="1"/>
              <a:t>url</a:t>
            </a:r>
            <a:r>
              <a:rPr lang="en-US" dirty="0"/>
              <a:t> or date</a:t>
            </a:r>
          </a:p>
        </p:txBody>
      </p:sp>
      <p:pic>
        <p:nvPicPr>
          <p:cNvPr id="3" name="Picture 2"/>
          <p:cNvPicPr>
            <a:picLocks noChangeAspect="1"/>
          </p:cNvPicPr>
          <p:nvPr userDrawn="1"/>
        </p:nvPicPr>
        <p:blipFill>
          <a:blip r:embed="rId2"/>
          <a:stretch>
            <a:fillRect/>
          </a:stretch>
        </p:blipFill>
        <p:spPr>
          <a:xfrm>
            <a:off x="9843246" y="523876"/>
            <a:ext cx="1739197" cy="671487"/>
          </a:xfrm>
          <a:prstGeom prst="rect">
            <a:avLst/>
          </a:prstGeom>
        </p:spPr>
      </p:pic>
    </p:spTree>
    <p:extLst>
      <p:ext uri="{BB962C8B-B14F-4D97-AF65-F5344CB8AC3E}">
        <p14:creationId xmlns:p14="http://schemas.microsoft.com/office/powerpoint/2010/main" val="3325640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600"/>
            </a:lvl1pPr>
          </a:lstStyle>
          <a:p>
            <a:r>
              <a:rPr lang="en-US"/>
              <a:t>Click to edit Master title style</a:t>
            </a:r>
            <a:endParaRPr lang="en-US" dirty="0"/>
          </a:p>
        </p:txBody>
      </p:sp>
      <p:sp>
        <p:nvSpPr>
          <p:cNvPr id="6" name="Slide Number Placeholder 7">
            <a:extLst>
              <a:ext uri="{FF2B5EF4-FFF2-40B4-BE49-F238E27FC236}">
                <a16:creationId xmlns:a16="http://schemas.microsoft.com/office/drawing/2014/main" id="{FDA40005-9C07-EA41-BAD6-2B3AB66D2D84}"/>
              </a:ext>
            </a:extLst>
          </p:cNvPr>
          <p:cNvSpPr>
            <a:spLocks noGrp="1"/>
          </p:cNvSpPr>
          <p:nvPr>
            <p:ph type="sldNum" sz="quarter" idx="13"/>
          </p:nvPr>
        </p:nvSpPr>
        <p:spPr>
          <a:xfrm>
            <a:off x="-12035" y="6436086"/>
            <a:ext cx="405061" cy="294417"/>
          </a:xfrm>
          <a:prstGeom prst="rect">
            <a:avLst/>
          </a:prstGeom>
        </p:spPr>
        <p:txBody>
          <a:bodyPr anchor="ctr"/>
          <a:lstStyle>
            <a:lvl1pPr algn="ctr">
              <a:defRPr sz="1200">
                <a:solidFill>
                  <a:schemeClr val="bg1"/>
                </a:solidFill>
              </a:defRPr>
            </a:lvl1pPr>
          </a:lstStyle>
          <a:p>
            <a:fld id="{AEFAAC5A-9C4F-4278-920D-DF2BAB595749}" type="slidenum">
              <a:rPr lang="en-US" smtClean="0"/>
              <a:pPr/>
              <a:t>‹#›</a:t>
            </a:fld>
            <a:endParaRPr lang="en-US" dirty="0"/>
          </a:p>
        </p:txBody>
      </p:sp>
      <p:pic>
        <p:nvPicPr>
          <p:cNvPr id="7" name="Picture 2" descr="C:\Users\amiesen\Desktop\anlrgbpptlogo.png">
            <a:extLst>
              <a:ext uri="{FF2B5EF4-FFF2-40B4-BE49-F238E27FC236}">
                <a16:creationId xmlns:a16="http://schemas.microsoft.com/office/drawing/2014/main" id="{7E5C12C0-C911-6842-BCDA-21E6B88CA870}"/>
              </a:ext>
            </a:extLst>
          </p:cNvPr>
          <p:cNvPicPr>
            <a:picLocks noChangeAspect="1" noChangeArrowheads="1"/>
          </p:cNvPicPr>
          <p:nvPr userDrawn="1"/>
        </p:nvPicPr>
        <p:blipFill>
          <a:blip r:embed="rId2" cstate="hqprint">
            <a:extLst>
              <a:ext uri="{28A0092B-C50C-407E-A947-70E740481C1C}">
                <a14:useLocalDpi xmlns:a14="http://schemas.microsoft.com/office/drawing/2010/main"/>
              </a:ext>
            </a:extLst>
          </a:blip>
          <a:srcRect/>
          <a:stretch>
            <a:fillRect/>
          </a:stretch>
        </p:blipFill>
        <p:spPr bwMode="auto">
          <a:xfrm>
            <a:off x="11067986" y="6399990"/>
            <a:ext cx="1034357" cy="372625"/>
          </a:xfrm>
          <a:prstGeom prst="rect">
            <a:avLst/>
          </a:prstGeom>
          <a:noFill/>
          <a:extLst>
            <a:ext uri="{909E8E84-426E-40dd-AFC4-6F175D3DCCD1}">
              <a14:hiddenFill xmlns=""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EF16E57-A76A-BE4D-A8ED-3F4F8C14A419}"/>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89282" y="6466009"/>
            <a:ext cx="1891671" cy="240587"/>
          </a:xfrm>
          <a:prstGeom prst="rect">
            <a:avLst/>
          </a:prstGeom>
        </p:spPr>
      </p:pic>
    </p:spTree>
    <p:extLst>
      <p:ext uri="{BB962C8B-B14F-4D97-AF65-F5344CB8AC3E}">
        <p14:creationId xmlns:p14="http://schemas.microsoft.com/office/powerpoint/2010/main" val="37475226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vl1pPr>
          </a:lstStyle>
          <a:p>
            <a:r>
              <a:rPr lang="en-US" dirty="0"/>
              <a:t>BASIC CONTENT SLIDE</a:t>
            </a:r>
            <a:br>
              <a:rPr lang="en-US" dirty="0"/>
            </a:br>
            <a:r>
              <a:rPr lang="en-US" dirty="0"/>
              <a:t>one or two lines for headline</a:t>
            </a:r>
          </a:p>
        </p:txBody>
      </p:sp>
      <p:sp>
        <p:nvSpPr>
          <p:cNvPr id="3" name="Content Placeholder 2"/>
          <p:cNvSpPr>
            <a:spLocks noGrp="1"/>
          </p:cNvSpPr>
          <p:nvPr>
            <p:ph idx="1" hasCustomPrompt="1"/>
          </p:nvPr>
        </p:nvSpPr>
        <p:spPr>
          <a:xfrm>
            <a:off x="609602" y="1877795"/>
            <a:ext cx="11163868" cy="3972179"/>
          </a:xfrm>
        </p:spPr>
        <p:txBody>
          <a:bodyPr/>
          <a:lstStyle>
            <a:lvl1pPr>
              <a:defRPr baseline="0"/>
            </a:lvl1pPr>
          </a:lstStyle>
          <a:p>
            <a:pPr lvl="0"/>
            <a:r>
              <a:rPr lang="en-US" dirty="0"/>
              <a:t>Click to add 1st-level bullet. Click an icon below to add table, graph or other imagery.</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p:cNvSpPr>
            <a:spLocks noGrp="1"/>
          </p:cNvSpPr>
          <p:nvPr>
            <p:ph type="body" sz="quarter" idx="12" hasCustomPrompt="1"/>
          </p:nvPr>
        </p:nvSpPr>
        <p:spPr>
          <a:xfrm>
            <a:off x="609602" y="1346549"/>
            <a:ext cx="11163868" cy="499715"/>
          </a:xfrm>
        </p:spPr>
        <p:txBody>
          <a:bodyPr bIns="0">
            <a:noAutofit/>
          </a:bodyPr>
          <a:lstStyle>
            <a:lvl1pPr marL="0" indent="0">
              <a:lnSpc>
                <a:spcPct val="90000"/>
              </a:lnSpc>
              <a:spcBef>
                <a:spcPts val="0"/>
              </a:spcBef>
              <a:buNone/>
              <a:defRPr sz="2667" b="1" baseline="0">
                <a:solidFill>
                  <a:schemeClr val="accent2"/>
                </a:solidFill>
              </a:defRPr>
            </a:lvl1pPr>
          </a:lstStyle>
          <a:p>
            <a:r>
              <a:rPr lang="en-US" dirty="0"/>
              <a:t>Slide subtitle optional -  delete as needed</a:t>
            </a:r>
          </a:p>
        </p:txBody>
      </p:sp>
      <p:sp>
        <p:nvSpPr>
          <p:cNvPr id="8" name="Slide Number Placeholder 7"/>
          <p:cNvSpPr>
            <a:spLocks noGrp="1"/>
          </p:cNvSpPr>
          <p:nvPr>
            <p:ph type="sldNum" sz="quarter" idx="13"/>
          </p:nvPr>
        </p:nvSpPr>
        <p:spPr>
          <a:xfrm>
            <a:off x="-24064" y="6441944"/>
            <a:ext cx="385011" cy="240587"/>
          </a:xfrm>
          <a:prstGeom prst="rect">
            <a:avLst/>
          </a:prstGeom>
        </p:spPr>
        <p:txBody>
          <a:bodyPr anchor="ctr"/>
          <a:lstStyle>
            <a:lvl1pPr>
              <a:defRPr sz="1200">
                <a:solidFill>
                  <a:schemeClr val="bg1"/>
                </a:solidFill>
              </a:defRPr>
            </a:lvl1pPr>
          </a:lstStyle>
          <a:p>
            <a:fld id="{AEFAAC5A-9C4F-4278-920D-DF2BAB595749}" type="slidenum">
              <a:rPr lang="en-US" smtClean="0"/>
              <a:pPr/>
              <a:t>‹#›</a:t>
            </a:fld>
            <a:endParaRPr lang="en-US" dirty="0"/>
          </a:p>
        </p:txBody>
      </p:sp>
      <p:pic>
        <p:nvPicPr>
          <p:cNvPr id="9" name="Picture 2" descr="C:\Users\amiesen\Desktop\anlrgbpptlogo.png">
            <a:extLst>
              <a:ext uri="{FF2B5EF4-FFF2-40B4-BE49-F238E27FC236}">
                <a16:creationId xmlns:a16="http://schemas.microsoft.com/office/drawing/2014/main" id="{594C64CC-B5BF-D34A-86D1-93E38EC9E346}"/>
              </a:ext>
            </a:extLst>
          </p:cNvPr>
          <p:cNvPicPr>
            <a:picLocks noChangeAspect="1" noChangeArrowheads="1"/>
          </p:cNvPicPr>
          <p:nvPr userDrawn="1"/>
        </p:nvPicPr>
        <p:blipFill>
          <a:blip r:embed="rId2" cstate="hqprint">
            <a:extLst>
              <a:ext uri="{28A0092B-C50C-407E-A947-70E740481C1C}">
                <a14:useLocalDpi xmlns:a14="http://schemas.microsoft.com/office/drawing/2010/main"/>
              </a:ext>
            </a:extLst>
          </a:blip>
          <a:srcRect/>
          <a:stretch>
            <a:fillRect/>
          </a:stretch>
        </p:blipFill>
        <p:spPr bwMode="auto">
          <a:xfrm>
            <a:off x="11067986" y="6399990"/>
            <a:ext cx="1034357" cy="372625"/>
          </a:xfrm>
          <a:prstGeom prst="rect">
            <a:avLst/>
          </a:prstGeom>
          <a:noFill/>
          <a:extLst>
            <a:ext uri="{909E8E84-426E-40dd-AFC4-6F175D3DCCD1}">
              <a14:hiddenFill xmlns=""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2105655F-079E-9141-8E6A-B20AA69D1D91}"/>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89282" y="6466009"/>
            <a:ext cx="1891671" cy="240587"/>
          </a:xfrm>
          <a:prstGeom prst="rect">
            <a:avLst/>
          </a:prstGeom>
        </p:spPr>
      </p:pic>
    </p:spTree>
    <p:extLst>
      <p:ext uri="{BB962C8B-B14F-4D97-AF65-F5344CB8AC3E}">
        <p14:creationId xmlns:p14="http://schemas.microsoft.com/office/powerpoint/2010/main" val="17542138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2" y="490538"/>
            <a:ext cx="11163868" cy="828948"/>
          </a:xfrm>
        </p:spPr>
        <p:txBody>
          <a:bodyPr/>
          <a:lstStyle>
            <a:lvl1pPr>
              <a:defRPr b="1"/>
            </a:lvl1pPr>
          </a:lstStyle>
          <a:p>
            <a:r>
              <a:rPr lang="en-US" dirty="0"/>
              <a:t>TITLE AND CONTENT </a:t>
            </a:r>
            <a:br>
              <a:rPr lang="en-US" dirty="0"/>
            </a:br>
            <a:r>
              <a:rPr lang="en-US" dirty="0"/>
              <a:t>Headline in </a:t>
            </a:r>
            <a:r>
              <a:rPr lang="en-US" dirty="0" err="1"/>
              <a:t>arial</a:t>
            </a:r>
            <a:r>
              <a:rPr lang="en-US" dirty="0"/>
              <a:t> and all caps</a:t>
            </a:r>
          </a:p>
        </p:txBody>
      </p:sp>
      <p:sp>
        <p:nvSpPr>
          <p:cNvPr id="6" name="Text Placeholder 5"/>
          <p:cNvSpPr>
            <a:spLocks noGrp="1"/>
          </p:cNvSpPr>
          <p:nvPr>
            <p:ph type="body" sz="quarter" idx="12" hasCustomPrompt="1"/>
          </p:nvPr>
        </p:nvSpPr>
        <p:spPr>
          <a:xfrm>
            <a:off x="609602" y="1359249"/>
            <a:ext cx="11163868" cy="499715"/>
          </a:xfrm>
        </p:spPr>
        <p:txBody>
          <a:bodyPr bIns="0">
            <a:noAutofit/>
          </a:bodyPr>
          <a:lstStyle>
            <a:lvl1pPr marL="0" indent="0">
              <a:lnSpc>
                <a:spcPct val="90000"/>
              </a:lnSpc>
              <a:spcBef>
                <a:spcPts val="0"/>
              </a:spcBef>
              <a:buNone/>
              <a:defRPr sz="2667" b="1">
                <a:solidFill>
                  <a:srgbClr val="0065A2"/>
                </a:solidFill>
              </a:defRPr>
            </a:lvl1pPr>
          </a:lstStyle>
          <a:p>
            <a:r>
              <a:rPr lang="en-US" dirty="0"/>
              <a:t>Slide subtitle optional -  delete as needed</a:t>
            </a:r>
          </a:p>
        </p:txBody>
      </p:sp>
      <p:sp>
        <p:nvSpPr>
          <p:cNvPr id="4" name="TextBox 3"/>
          <p:cNvSpPr txBox="1"/>
          <p:nvPr userDrawn="1"/>
        </p:nvSpPr>
        <p:spPr>
          <a:xfrm>
            <a:off x="2864467" y="1445567"/>
            <a:ext cx="184731" cy="369332"/>
          </a:xfrm>
          <a:prstGeom prst="rect">
            <a:avLst/>
          </a:prstGeom>
          <a:noFill/>
        </p:spPr>
        <p:txBody>
          <a:bodyPr wrap="none" rtlCol="0">
            <a:spAutoFit/>
          </a:bodyPr>
          <a:lstStyle/>
          <a:p>
            <a:endParaRPr lang="en-US" dirty="0"/>
          </a:p>
        </p:txBody>
      </p:sp>
      <p:sp>
        <p:nvSpPr>
          <p:cNvPr id="8" name="Slide Number Placeholder 7">
            <a:extLst>
              <a:ext uri="{FF2B5EF4-FFF2-40B4-BE49-F238E27FC236}">
                <a16:creationId xmlns:a16="http://schemas.microsoft.com/office/drawing/2014/main" id="{7C056985-E028-F04B-B8B6-A402B1139C27}"/>
              </a:ext>
            </a:extLst>
          </p:cNvPr>
          <p:cNvSpPr>
            <a:spLocks noGrp="1"/>
          </p:cNvSpPr>
          <p:nvPr>
            <p:ph type="sldNum" sz="quarter" idx="13"/>
          </p:nvPr>
        </p:nvSpPr>
        <p:spPr>
          <a:xfrm>
            <a:off x="-12035" y="6436086"/>
            <a:ext cx="405061" cy="294417"/>
          </a:xfrm>
          <a:prstGeom prst="rect">
            <a:avLst/>
          </a:prstGeom>
        </p:spPr>
        <p:txBody>
          <a:bodyPr anchor="ctr"/>
          <a:lstStyle>
            <a:lvl1pPr algn="ctr">
              <a:defRPr sz="1200">
                <a:solidFill>
                  <a:schemeClr val="bg1"/>
                </a:solidFill>
              </a:defRPr>
            </a:lvl1pPr>
          </a:lstStyle>
          <a:p>
            <a:fld id="{AEFAAC5A-9C4F-4278-920D-DF2BAB595749}" type="slidenum">
              <a:rPr lang="en-US" smtClean="0"/>
              <a:pPr/>
              <a:t>‹#›</a:t>
            </a:fld>
            <a:endParaRPr lang="en-US" dirty="0"/>
          </a:p>
        </p:txBody>
      </p:sp>
      <p:pic>
        <p:nvPicPr>
          <p:cNvPr id="9" name="Picture 2" descr="C:\Users\amiesen\Desktop\anlrgbpptlogo.png">
            <a:extLst>
              <a:ext uri="{FF2B5EF4-FFF2-40B4-BE49-F238E27FC236}">
                <a16:creationId xmlns:a16="http://schemas.microsoft.com/office/drawing/2014/main" id="{99012DF9-629A-7E40-A28D-D7F9C4FCEB6F}"/>
              </a:ext>
            </a:extLst>
          </p:cNvPr>
          <p:cNvPicPr>
            <a:picLocks noChangeAspect="1" noChangeArrowheads="1"/>
          </p:cNvPicPr>
          <p:nvPr userDrawn="1"/>
        </p:nvPicPr>
        <p:blipFill>
          <a:blip r:embed="rId2" cstate="hqprint">
            <a:extLst>
              <a:ext uri="{28A0092B-C50C-407E-A947-70E740481C1C}">
                <a14:useLocalDpi xmlns:a14="http://schemas.microsoft.com/office/drawing/2010/main"/>
              </a:ext>
            </a:extLst>
          </a:blip>
          <a:srcRect/>
          <a:stretch>
            <a:fillRect/>
          </a:stretch>
        </p:blipFill>
        <p:spPr bwMode="auto">
          <a:xfrm>
            <a:off x="11067986" y="6399990"/>
            <a:ext cx="1034357" cy="372625"/>
          </a:xfrm>
          <a:prstGeom prst="rect">
            <a:avLst/>
          </a:prstGeom>
          <a:noFill/>
          <a:extLst>
            <a:ext uri="{909E8E84-426E-40dd-AFC4-6F175D3DCCD1}">
              <a14:hiddenFill xmlns=""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86B46981-D58A-A845-9C4F-6DF44B22842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89282" y="6466009"/>
            <a:ext cx="1891671" cy="240587"/>
          </a:xfrm>
          <a:prstGeom prst="rect">
            <a:avLst/>
          </a:prstGeom>
        </p:spPr>
      </p:pic>
    </p:spTree>
    <p:extLst>
      <p:ext uri="{BB962C8B-B14F-4D97-AF65-F5344CB8AC3E}">
        <p14:creationId xmlns:p14="http://schemas.microsoft.com/office/powerpoint/2010/main" val="3182678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26" Type="http://schemas.openxmlformats.org/officeDocument/2006/relationships/slideLayout" Target="../slideLayouts/slideLayout30.xml"/><Relationship Id="rId3" Type="http://schemas.openxmlformats.org/officeDocument/2006/relationships/slideLayout" Target="../slideLayouts/slideLayout7.xml"/><Relationship Id="rId21" Type="http://schemas.openxmlformats.org/officeDocument/2006/relationships/slideLayout" Target="../slideLayouts/slideLayout25.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slideLayout" Target="../slideLayouts/slideLayout29.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slideLayout" Target="../slideLayouts/slideLayout24.xml"/><Relationship Id="rId29" Type="http://schemas.openxmlformats.org/officeDocument/2006/relationships/slideLayout" Target="../slideLayouts/slideLayout33.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32" Type="http://schemas.openxmlformats.org/officeDocument/2006/relationships/image" Target="../media/image2.png"/><Relationship Id="rId5" Type="http://schemas.openxmlformats.org/officeDocument/2006/relationships/slideLayout" Target="../slideLayouts/slideLayout9.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28" Type="http://schemas.openxmlformats.org/officeDocument/2006/relationships/slideLayout" Target="../slideLayouts/slideLayout32.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31" Type="http://schemas.openxmlformats.org/officeDocument/2006/relationships/image" Target="../media/image1.png"/><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 Id="rId27" Type="http://schemas.openxmlformats.org/officeDocument/2006/relationships/slideLayout" Target="../slideLayouts/slideLayout31.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6.xml"/><Relationship Id="rId7" Type="http://schemas.openxmlformats.org/officeDocument/2006/relationships/theme" Target="../theme/theme3.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179725"/>
            <a:ext cx="11163868" cy="828948"/>
          </a:xfrm>
          <a:prstGeom prst="rect">
            <a:avLst/>
          </a:prstGeom>
        </p:spPr>
        <p:txBody>
          <a:bodyPr vert="horz" lIns="0" tIns="0" rIns="0" bIns="0" rtlCol="0" anchor="ctr" anchorCtr="0">
            <a:noAutofit/>
          </a:bodyPr>
          <a:lstStyle/>
          <a:p>
            <a:r>
              <a:rPr lang="en-US" dirty="0"/>
              <a:t>Headline 32pt </a:t>
            </a:r>
            <a:br>
              <a:rPr lang="en-US" dirty="0"/>
            </a:br>
            <a:endParaRPr lang="en-US" dirty="0"/>
          </a:p>
        </p:txBody>
      </p:sp>
      <p:sp>
        <p:nvSpPr>
          <p:cNvPr id="3" name="Text Placeholder 2"/>
          <p:cNvSpPr>
            <a:spLocks noGrp="1"/>
          </p:cNvSpPr>
          <p:nvPr>
            <p:ph type="body" idx="1"/>
          </p:nvPr>
        </p:nvSpPr>
        <p:spPr>
          <a:xfrm>
            <a:off x="598081" y="1207516"/>
            <a:ext cx="11094260" cy="4987365"/>
          </a:xfrm>
          <a:prstGeom prst="rect">
            <a:avLst/>
          </a:prstGeom>
        </p:spPr>
        <p:txBody>
          <a:bodyPr vert="horz" lIns="0" tIns="0" rIns="0" bIns="45720" rtlCol="0">
            <a:noAutofit/>
          </a:bodyPr>
          <a:lstStyle/>
          <a:p>
            <a:pPr lvl="0"/>
            <a:r>
              <a:rPr lang="en-US" dirty="0"/>
              <a:t>Click to add 1st-level bullet</a:t>
            </a:r>
          </a:p>
          <a:p>
            <a:pPr lvl="1"/>
            <a:r>
              <a:rPr lang="en-US" dirty="0"/>
              <a:t>Second level</a:t>
            </a:r>
          </a:p>
          <a:p>
            <a:pPr lvl="2"/>
            <a:r>
              <a:rPr lang="en-US" dirty="0"/>
              <a:t>Third level</a:t>
            </a:r>
          </a:p>
          <a:p>
            <a:pPr lvl="3"/>
            <a:endParaRPr lang="en-US" dirty="0"/>
          </a:p>
        </p:txBody>
      </p:sp>
      <p:sp>
        <p:nvSpPr>
          <p:cNvPr id="49" name="Rectangle 48"/>
          <p:cNvSpPr/>
          <p:nvPr/>
        </p:nvSpPr>
        <p:spPr>
          <a:xfrm>
            <a:off x="0" y="0"/>
            <a:ext cx="323709" cy="6858000"/>
          </a:xfrm>
          <a:prstGeom prst="rect">
            <a:avLst/>
          </a:prstGeom>
          <a:solidFill>
            <a:srgbClr val="094875"/>
          </a:solidFill>
          <a:ln>
            <a:solidFill>
              <a:schemeClr val="accent2">
                <a:lumMod val="50000"/>
              </a:schemeClr>
            </a:solidFill>
          </a:ln>
        </p:spPr>
        <p:txBody>
          <a:bodyPr vert="horz" wrap="square" lIns="91440" tIns="45720" rIns="91440" bIns="0" numCol="1" anchor="b" anchorCtr="0" compatLnSpc="1">
            <a:prstTxWarp prst="textNoShape">
              <a:avLst/>
            </a:prstTxWarp>
          </a:bodyPr>
          <a:lstStyle/>
          <a:p>
            <a:pPr fontAlgn="auto">
              <a:spcBef>
                <a:spcPts val="0"/>
              </a:spcBef>
              <a:spcAft>
                <a:spcPts val="0"/>
              </a:spcAft>
            </a:pPr>
            <a:endParaRPr lang="en-US" sz="100">
              <a:solidFill>
                <a:srgbClr val="7AB800"/>
              </a:solidFill>
              <a:latin typeface="Arial"/>
              <a:ea typeface="+mn-ea"/>
            </a:endParaRPr>
          </a:p>
        </p:txBody>
      </p:sp>
    </p:spTree>
    <p:extLst>
      <p:ext uri="{BB962C8B-B14F-4D97-AF65-F5344CB8AC3E}">
        <p14:creationId xmlns:p14="http://schemas.microsoft.com/office/powerpoint/2010/main" val="3242806272"/>
      </p:ext>
    </p:extLst>
  </p:cSld>
  <p:clrMap bg1="lt1" tx1="dk1" bg2="lt2" tx2="dk2" accent1="accent1" accent2="accent2" accent3="accent3" accent4="accent4" accent5="accent5" accent6="accent6" hlink="hlink" folHlink="folHlink"/>
  <p:sldLayoutIdLst>
    <p:sldLayoutId id="2147484308" r:id="rId1"/>
    <p:sldLayoutId id="2147483889" r:id="rId2"/>
    <p:sldLayoutId id="2147484064" r:id="rId3"/>
    <p:sldLayoutId id="2147484312" r:id="rId4"/>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ctr" defTabSz="457200" rtl="0" eaLnBrk="1" latinLnBrk="0" hangingPunct="1">
        <a:lnSpc>
          <a:spcPct val="100000"/>
        </a:lnSpc>
        <a:spcBef>
          <a:spcPct val="0"/>
        </a:spcBef>
        <a:buNone/>
        <a:defRPr sz="3200" b="1" i="0" kern="1200" cap="none" baseline="0">
          <a:solidFill>
            <a:schemeClr val="tx2">
              <a:lumMod val="50000"/>
            </a:schemeClr>
          </a:solidFill>
          <a:latin typeface="+mj-lt"/>
          <a:ea typeface="+mj-ea"/>
          <a:cs typeface="+mj-cs"/>
        </a:defRPr>
      </a:lvl1pPr>
    </p:titleStyle>
    <p:bodyStyle>
      <a:lvl1pPr marL="274320" indent="-274320" algn="l" defTabSz="457200" rtl="0" eaLnBrk="1" latinLnBrk="0" hangingPunct="1">
        <a:spcBef>
          <a:spcPts val="0"/>
        </a:spcBef>
        <a:spcAft>
          <a:spcPts val="600"/>
        </a:spcAft>
        <a:buClr>
          <a:schemeClr val="tx2">
            <a:lumMod val="75000"/>
          </a:schemeClr>
        </a:buClr>
        <a:buFont typeface="Wingdings" charset="2"/>
        <a:buChar char="§"/>
        <a:defRPr sz="2400" kern="1200" baseline="0">
          <a:solidFill>
            <a:srgbClr val="000000"/>
          </a:solidFill>
          <a:latin typeface="+mn-lt"/>
          <a:ea typeface="+mn-ea"/>
          <a:cs typeface="+mn-cs"/>
        </a:defRPr>
      </a:lvl1pPr>
      <a:lvl2pPr marL="573088" indent="-298450" algn="l" defTabSz="457200" rtl="0" eaLnBrk="1" latinLnBrk="0" hangingPunct="1">
        <a:spcBef>
          <a:spcPts val="0"/>
        </a:spcBef>
        <a:spcAft>
          <a:spcPts val="600"/>
        </a:spcAft>
        <a:buClr>
          <a:schemeClr val="tx2">
            <a:lumMod val="75000"/>
          </a:schemeClr>
        </a:buClr>
        <a:buFont typeface="Lucida Grande"/>
        <a:buChar char="–"/>
        <a:defRPr sz="2000" kern="1200">
          <a:solidFill>
            <a:srgbClr val="000000"/>
          </a:solidFill>
          <a:latin typeface="+mn-lt"/>
          <a:ea typeface="+mn-ea"/>
          <a:cs typeface="+mn-cs"/>
        </a:defRPr>
      </a:lvl2pPr>
      <a:lvl3pPr marL="519113" indent="217488" algn="l" defTabSz="457200" rtl="0" eaLnBrk="1" latinLnBrk="0" hangingPunct="1">
        <a:spcBef>
          <a:spcPts val="0"/>
        </a:spcBef>
        <a:spcAft>
          <a:spcPts val="600"/>
        </a:spcAft>
        <a:buClr>
          <a:schemeClr val="tx2">
            <a:lumMod val="75000"/>
          </a:schemeClr>
        </a:buClr>
        <a:buFont typeface="Arial" panose="020B0604020202020204" pitchFamily="34" charset="0"/>
        <a:buChar char="•"/>
        <a:defRPr sz="1800" kern="1200">
          <a:solidFill>
            <a:srgbClr val="000000"/>
          </a:solidFill>
          <a:latin typeface="+mn-lt"/>
          <a:ea typeface="+mn-ea"/>
          <a:cs typeface="+mn-cs"/>
        </a:defRPr>
      </a:lvl3pPr>
      <a:lvl4pPr marL="569913" indent="237744" algn="l" defTabSz="457200" rtl="0" eaLnBrk="1" latinLnBrk="0" hangingPunct="1">
        <a:spcBef>
          <a:spcPts val="0"/>
        </a:spcBef>
        <a:spcAft>
          <a:spcPts val="600"/>
        </a:spcAft>
        <a:buClr>
          <a:schemeClr val="tx2">
            <a:lumMod val="75000"/>
          </a:schemeClr>
        </a:buClr>
        <a:buFont typeface="Arial"/>
        <a:buChar char="•"/>
        <a:defRPr sz="1800" kern="1200" baseline="0">
          <a:solidFill>
            <a:srgbClr val="000000"/>
          </a:solidFill>
          <a:latin typeface="+mn-lt"/>
          <a:ea typeface="+mn-ea"/>
          <a:cs typeface="+mn-cs"/>
        </a:defRPr>
      </a:lvl4pPr>
      <a:lvl5pPr marL="1371600" indent="-171450" algn="l" defTabSz="457200" rtl="0" eaLnBrk="1" latinLnBrk="0" hangingPunct="1">
        <a:spcBef>
          <a:spcPts val="0"/>
        </a:spcBef>
        <a:spcAft>
          <a:spcPts val="0"/>
        </a:spcAft>
        <a:buClr>
          <a:schemeClr val="tx2">
            <a:lumMod val="75000"/>
          </a:schemeClr>
        </a:buClr>
        <a:buFont typeface="Wingdings" charset="2"/>
        <a:buChar char="§"/>
        <a:defRPr sz="1600" kern="1200">
          <a:solidFill>
            <a:srgbClr val="00000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2" descr="C:\Users\amiesen\Desktop\anlrgbpptlogo.png"/>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0815320" y="6399990"/>
            <a:ext cx="1034357" cy="372625"/>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Placeholder 1"/>
          <p:cNvSpPr>
            <a:spLocks noGrp="1"/>
          </p:cNvSpPr>
          <p:nvPr>
            <p:ph type="title"/>
          </p:nvPr>
        </p:nvSpPr>
        <p:spPr>
          <a:xfrm>
            <a:off x="609602" y="477838"/>
            <a:ext cx="11163868" cy="828948"/>
          </a:xfrm>
          <a:prstGeom prst="rect">
            <a:avLst/>
          </a:prstGeom>
        </p:spPr>
        <p:txBody>
          <a:bodyPr vert="horz" lIns="0" tIns="0" rIns="0" bIns="0" rtlCol="0" anchor="b">
            <a:noAutofit/>
          </a:bodyPr>
          <a:lstStyle/>
          <a:p>
            <a:r>
              <a:rPr lang="en-US" dirty="0"/>
              <a:t>Headline in all caps </a:t>
            </a:r>
            <a:r>
              <a:rPr lang="en-US" dirty="0" err="1"/>
              <a:t>28pt</a:t>
            </a:r>
            <a:r>
              <a:rPr lang="en-US" dirty="0"/>
              <a:t> </a:t>
            </a:r>
            <a:br>
              <a:rPr lang="en-US" dirty="0"/>
            </a:br>
            <a:r>
              <a:rPr lang="en-US" dirty="0"/>
              <a:t>preferred as one or two lines</a:t>
            </a:r>
          </a:p>
        </p:txBody>
      </p:sp>
      <p:sp>
        <p:nvSpPr>
          <p:cNvPr id="3" name="Text Placeholder 2"/>
          <p:cNvSpPr>
            <a:spLocks noGrp="1"/>
          </p:cNvSpPr>
          <p:nvPr>
            <p:ph type="body" idx="1"/>
          </p:nvPr>
        </p:nvSpPr>
        <p:spPr>
          <a:xfrm>
            <a:off x="609602" y="1858435"/>
            <a:ext cx="11163868" cy="4422775"/>
          </a:xfrm>
          <a:prstGeom prst="rect">
            <a:avLst/>
          </a:prstGeom>
        </p:spPr>
        <p:txBody>
          <a:bodyPr vert="horz" lIns="0" tIns="0" rIns="0" bIns="45720" rtlCol="0">
            <a:noAutofit/>
          </a:bodyPr>
          <a:lstStyle/>
          <a:p>
            <a:pPr lvl="0"/>
            <a:r>
              <a:rPr lang="en-US" dirty="0"/>
              <a:t>Click to add 1st-level bullet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5791200" y="6473709"/>
            <a:ext cx="609600" cy="182880"/>
          </a:xfrm>
          <a:prstGeom prst="rect">
            <a:avLst/>
          </a:prstGeom>
        </p:spPr>
        <p:txBody>
          <a:bodyPr vert="horz" lIns="0" tIns="45720" rIns="0" bIns="0" rtlCol="0" anchor="b"/>
          <a:lstStyle>
            <a:lvl1pPr algn="ctr">
              <a:defRPr sz="1333">
                <a:solidFill>
                  <a:schemeClr val="bg1">
                    <a:lumMod val="50000"/>
                  </a:schemeClr>
                </a:solidFill>
              </a:defRPr>
            </a:lvl1pPr>
          </a:lstStyle>
          <a:p>
            <a:fld id="{AEFAAC5A-9C4F-4278-920D-DF2BAB595749}" type="slidenum">
              <a:rPr lang="en-US" smtClean="0"/>
              <a:pPr/>
              <a:t>‹#›</a:t>
            </a:fld>
            <a:endParaRPr lang="en-US" dirty="0"/>
          </a:p>
        </p:txBody>
      </p:sp>
      <p:sp>
        <p:nvSpPr>
          <p:cNvPr id="49" name="Rectangle 48"/>
          <p:cNvSpPr/>
          <p:nvPr/>
        </p:nvSpPr>
        <p:spPr>
          <a:xfrm>
            <a:off x="0" y="-3"/>
            <a:ext cx="304800" cy="6858003"/>
          </a:xfrm>
          <a:prstGeom prst="rect">
            <a:avLst/>
          </a:prstGeom>
          <a:solidFill>
            <a:schemeClr val="tx2"/>
          </a:solidFill>
          <a:ln>
            <a:noFill/>
          </a:ln>
        </p:spPr>
        <p:txBody>
          <a:bodyPr vert="horz" wrap="square" lIns="121920" tIns="60960" rIns="121920" bIns="0" numCol="1" anchor="b" anchorCtr="0" compatLnSpc="1">
            <a:prstTxWarp prst="textNoShape">
              <a:avLst/>
            </a:prstTxWarp>
          </a:bodyPr>
          <a:lstStyle/>
          <a:p>
            <a:pPr lvl="0"/>
            <a:endParaRPr lang="en-US" sz="133">
              <a:solidFill>
                <a:schemeClr val="accent1"/>
              </a:solidFill>
            </a:endParaRPr>
          </a:p>
        </p:txBody>
      </p:sp>
      <p:pic>
        <p:nvPicPr>
          <p:cNvPr id="8" name="Picture 7"/>
          <p:cNvPicPr>
            <a:picLocks noChangeAspect="1"/>
          </p:cNvPicPr>
          <p:nvPr userDrawn="1"/>
        </p:nvPicPr>
        <p:blipFill>
          <a:blip r:embed="rId32">
            <a:extLst>
              <a:ext uri="{28A0092B-C50C-407E-A947-70E740481C1C}">
                <a14:useLocalDpi xmlns:a14="http://schemas.microsoft.com/office/drawing/2010/main" val="0"/>
              </a:ext>
            </a:extLst>
          </a:blip>
          <a:stretch>
            <a:fillRect/>
          </a:stretch>
        </p:blipFill>
        <p:spPr>
          <a:xfrm>
            <a:off x="609602" y="6436112"/>
            <a:ext cx="1891671" cy="240587"/>
          </a:xfrm>
          <a:prstGeom prst="rect">
            <a:avLst/>
          </a:prstGeom>
        </p:spPr>
      </p:pic>
    </p:spTree>
    <p:extLst>
      <p:ext uri="{BB962C8B-B14F-4D97-AF65-F5344CB8AC3E}">
        <p14:creationId xmlns:p14="http://schemas.microsoft.com/office/powerpoint/2010/main" val="3465516681"/>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19" r:id="rId5"/>
    <p:sldLayoutId id="2147484320" r:id="rId6"/>
    <p:sldLayoutId id="2147484321" r:id="rId7"/>
    <p:sldLayoutId id="2147484322" r:id="rId8"/>
    <p:sldLayoutId id="2147484323" r:id="rId9"/>
    <p:sldLayoutId id="2147484324" r:id="rId10"/>
    <p:sldLayoutId id="2147484325" r:id="rId11"/>
    <p:sldLayoutId id="2147484326" r:id="rId12"/>
    <p:sldLayoutId id="2147484327" r:id="rId13"/>
    <p:sldLayoutId id="2147484328" r:id="rId14"/>
    <p:sldLayoutId id="2147484329" r:id="rId15"/>
    <p:sldLayoutId id="2147484330" r:id="rId16"/>
    <p:sldLayoutId id="2147484331" r:id="rId17"/>
    <p:sldLayoutId id="2147484332" r:id="rId18"/>
    <p:sldLayoutId id="2147484333" r:id="rId19"/>
    <p:sldLayoutId id="2147484334" r:id="rId20"/>
    <p:sldLayoutId id="2147484335" r:id="rId21"/>
    <p:sldLayoutId id="2147484336" r:id="rId22"/>
    <p:sldLayoutId id="2147484337" r:id="rId23"/>
    <p:sldLayoutId id="2147484338" r:id="rId24"/>
    <p:sldLayoutId id="2147484339" r:id="rId25"/>
    <p:sldLayoutId id="2147484340" r:id="rId26"/>
    <p:sldLayoutId id="2147484341" r:id="rId27"/>
    <p:sldLayoutId id="2147484342" r:id="rId28"/>
    <p:sldLayoutId id="2147484343" r:id="rId29"/>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l" defTabSz="609585" rtl="0" eaLnBrk="1" latinLnBrk="0" hangingPunct="1">
        <a:lnSpc>
          <a:spcPct val="95000"/>
        </a:lnSpc>
        <a:spcBef>
          <a:spcPct val="0"/>
        </a:spcBef>
        <a:buNone/>
        <a:defRPr sz="3733" b="1" i="0" kern="1200" cap="all" baseline="0">
          <a:solidFill>
            <a:schemeClr val="tx1">
              <a:lumMod val="50000"/>
            </a:schemeClr>
          </a:solidFill>
          <a:latin typeface="+mj-lt"/>
          <a:ea typeface="+mj-ea"/>
          <a:cs typeface="+mj-cs"/>
        </a:defRPr>
      </a:lvl1pPr>
    </p:titleStyle>
    <p:bodyStyle>
      <a:lvl1pPr marL="230712" indent="-230712" algn="l" defTabSz="609585" rtl="0" eaLnBrk="1" latinLnBrk="0" hangingPunct="1">
        <a:spcBef>
          <a:spcPts val="800"/>
        </a:spcBef>
        <a:spcAft>
          <a:spcPts val="0"/>
        </a:spcAft>
        <a:buFont typeface="Wingdings" pitchFamily="2" charset="2"/>
        <a:buChar char="§"/>
        <a:defRPr sz="2400" kern="1200" baseline="0">
          <a:solidFill>
            <a:schemeClr val="tx1">
              <a:lumMod val="50000"/>
            </a:schemeClr>
          </a:solidFill>
          <a:latin typeface="+mn-lt"/>
          <a:ea typeface="+mn-ea"/>
          <a:cs typeface="+mn-cs"/>
        </a:defRPr>
      </a:lvl1pPr>
      <a:lvl2pPr marL="694249" indent="-315376" algn="l" defTabSz="609585" rtl="0" eaLnBrk="1" latinLnBrk="0" hangingPunct="1">
        <a:spcBef>
          <a:spcPts val="0"/>
        </a:spcBef>
        <a:spcAft>
          <a:spcPts val="0"/>
        </a:spcAft>
        <a:buFont typeface="Arial"/>
        <a:buChar char="–"/>
        <a:defRPr sz="2400" kern="1200">
          <a:solidFill>
            <a:schemeClr val="tx1">
              <a:lumMod val="50000"/>
            </a:schemeClr>
          </a:solidFill>
          <a:latin typeface="+mn-lt"/>
          <a:ea typeface="+mn-ea"/>
          <a:cs typeface="+mn-cs"/>
        </a:defRPr>
      </a:lvl2pPr>
      <a:lvl3pPr marL="1071007" indent="-249760" algn="l" defTabSz="609585" rtl="0" eaLnBrk="1" latinLnBrk="0" hangingPunct="1">
        <a:spcBef>
          <a:spcPts val="0"/>
        </a:spcBef>
        <a:spcAft>
          <a:spcPts val="0"/>
        </a:spcAft>
        <a:buFont typeface="Arial"/>
        <a:buChar char="•"/>
        <a:defRPr sz="2400" kern="1200">
          <a:solidFill>
            <a:schemeClr val="tx1">
              <a:lumMod val="50000"/>
            </a:schemeClr>
          </a:solidFill>
          <a:latin typeface="+mn-lt"/>
          <a:ea typeface="+mn-ea"/>
          <a:cs typeface="+mn-cs"/>
        </a:defRPr>
      </a:lvl3pPr>
      <a:lvl4pPr marL="1449881" indent="-228594" algn="l" defTabSz="609585" rtl="0" eaLnBrk="1" latinLnBrk="0" hangingPunct="1">
        <a:spcBef>
          <a:spcPts val="0"/>
        </a:spcBef>
        <a:spcAft>
          <a:spcPts val="0"/>
        </a:spcAft>
        <a:buFont typeface="Arial"/>
        <a:buChar char="–"/>
        <a:defRPr sz="2400" kern="1200">
          <a:solidFill>
            <a:schemeClr val="tx1">
              <a:lumMod val="50000"/>
            </a:schemeClr>
          </a:solidFill>
          <a:latin typeface="+mn-lt"/>
          <a:ea typeface="+mn-ea"/>
          <a:cs typeface="+mn-cs"/>
        </a:defRPr>
      </a:lvl4pPr>
      <a:lvl5pPr marL="1828754" indent="-228594" algn="l" defTabSz="609585" rtl="0" eaLnBrk="1" latinLnBrk="0" hangingPunct="1">
        <a:spcBef>
          <a:spcPts val="0"/>
        </a:spcBef>
        <a:spcAft>
          <a:spcPts val="0"/>
        </a:spcAft>
        <a:buFont typeface="Arial"/>
        <a:buChar char="»"/>
        <a:defRPr sz="2400" kern="1200">
          <a:solidFill>
            <a:schemeClr val="tx1">
              <a:lumMod val="50000"/>
            </a:schemeClr>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179725"/>
            <a:ext cx="11163868" cy="828948"/>
          </a:xfrm>
          <a:prstGeom prst="rect">
            <a:avLst/>
          </a:prstGeom>
        </p:spPr>
        <p:txBody>
          <a:bodyPr vert="horz" lIns="0" tIns="0" rIns="0" bIns="0" rtlCol="0" anchor="ctr" anchorCtr="0">
            <a:noAutofit/>
          </a:bodyPr>
          <a:lstStyle/>
          <a:p>
            <a:r>
              <a:rPr lang="en-US" dirty="0"/>
              <a:t>Headline 32pt </a:t>
            </a:r>
            <a:br>
              <a:rPr lang="en-US" dirty="0"/>
            </a:br>
            <a:endParaRPr lang="en-US" dirty="0"/>
          </a:p>
        </p:txBody>
      </p:sp>
      <p:sp>
        <p:nvSpPr>
          <p:cNvPr id="3" name="Text Placeholder 2"/>
          <p:cNvSpPr>
            <a:spLocks noGrp="1"/>
          </p:cNvSpPr>
          <p:nvPr>
            <p:ph type="body" idx="1"/>
          </p:nvPr>
        </p:nvSpPr>
        <p:spPr>
          <a:xfrm>
            <a:off x="598081" y="1207516"/>
            <a:ext cx="11094260" cy="4987365"/>
          </a:xfrm>
          <a:prstGeom prst="rect">
            <a:avLst/>
          </a:prstGeom>
        </p:spPr>
        <p:txBody>
          <a:bodyPr vert="horz" lIns="0" tIns="0" rIns="0" bIns="45720" rtlCol="0">
            <a:noAutofit/>
          </a:bodyPr>
          <a:lstStyle/>
          <a:p>
            <a:pPr lvl="0"/>
            <a:r>
              <a:rPr lang="en-US" dirty="0"/>
              <a:t>Click to add 1st-level bullet</a:t>
            </a:r>
          </a:p>
          <a:p>
            <a:pPr lvl="1"/>
            <a:r>
              <a:rPr lang="en-US" dirty="0"/>
              <a:t>Second level</a:t>
            </a:r>
          </a:p>
          <a:p>
            <a:pPr lvl="2"/>
            <a:r>
              <a:rPr lang="en-US" dirty="0"/>
              <a:t>Third level</a:t>
            </a:r>
          </a:p>
          <a:p>
            <a:pPr lvl="3"/>
            <a:endParaRPr lang="en-US" dirty="0"/>
          </a:p>
        </p:txBody>
      </p:sp>
      <p:sp>
        <p:nvSpPr>
          <p:cNvPr id="49" name="Rectangle 48"/>
          <p:cNvSpPr/>
          <p:nvPr/>
        </p:nvSpPr>
        <p:spPr>
          <a:xfrm>
            <a:off x="0" y="0"/>
            <a:ext cx="323709" cy="6858000"/>
          </a:xfrm>
          <a:prstGeom prst="rect">
            <a:avLst/>
          </a:prstGeom>
          <a:solidFill>
            <a:srgbClr val="094875"/>
          </a:solidFill>
          <a:ln>
            <a:solidFill>
              <a:schemeClr val="accent2">
                <a:lumMod val="50000"/>
              </a:schemeClr>
            </a:solidFill>
          </a:ln>
        </p:spPr>
        <p:txBody>
          <a:bodyPr vert="horz" wrap="square" lIns="91440" tIns="45720" rIns="91440" bIns="0" numCol="1" anchor="b" anchorCtr="0" compatLnSpc="1">
            <a:prstTxWarp prst="textNoShape">
              <a:avLst/>
            </a:prstTxWarp>
          </a:bodyPr>
          <a:lstStyle/>
          <a:p>
            <a:pPr fontAlgn="auto">
              <a:spcBef>
                <a:spcPts val="0"/>
              </a:spcBef>
              <a:spcAft>
                <a:spcPts val="0"/>
              </a:spcAft>
            </a:pPr>
            <a:endParaRPr lang="en-US" sz="100">
              <a:solidFill>
                <a:srgbClr val="7AB800"/>
              </a:solidFill>
              <a:latin typeface="Arial"/>
              <a:ea typeface="+mn-ea"/>
            </a:endParaRPr>
          </a:p>
        </p:txBody>
      </p:sp>
    </p:spTree>
    <p:extLst>
      <p:ext uri="{BB962C8B-B14F-4D97-AF65-F5344CB8AC3E}">
        <p14:creationId xmlns:p14="http://schemas.microsoft.com/office/powerpoint/2010/main" val="1354109977"/>
      </p:ext>
    </p:extLst>
  </p:cSld>
  <p:clrMap bg1="lt1" tx1="dk1" bg2="lt2" tx2="dk2" accent1="accent1" accent2="accent2" accent3="accent3" accent4="accent4" accent5="accent5" accent6="accent6" hlink="hlink" folHlink="folHlink"/>
  <p:sldLayoutIdLst>
    <p:sldLayoutId id="2147484345" r:id="rId1"/>
    <p:sldLayoutId id="2147484346" r:id="rId2"/>
    <p:sldLayoutId id="2147484347" r:id="rId3"/>
    <p:sldLayoutId id="2147484348" r:id="rId4"/>
    <p:sldLayoutId id="2147484349" r:id="rId5"/>
    <p:sldLayoutId id="2147484350" r:id="rId6"/>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ctr" defTabSz="457200" rtl="0" eaLnBrk="1" latinLnBrk="0" hangingPunct="1">
        <a:lnSpc>
          <a:spcPct val="100000"/>
        </a:lnSpc>
        <a:spcBef>
          <a:spcPct val="0"/>
        </a:spcBef>
        <a:buNone/>
        <a:defRPr sz="3200" b="1" i="0" kern="1200" cap="none" baseline="0">
          <a:solidFill>
            <a:schemeClr val="tx2">
              <a:lumMod val="50000"/>
            </a:schemeClr>
          </a:solidFill>
          <a:latin typeface="+mj-lt"/>
          <a:ea typeface="+mj-ea"/>
          <a:cs typeface="+mj-cs"/>
        </a:defRPr>
      </a:lvl1pPr>
    </p:titleStyle>
    <p:bodyStyle>
      <a:lvl1pPr marL="274320" indent="-274320" algn="l" defTabSz="457200" rtl="0" eaLnBrk="1" latinLnBrk="0" hangingPunct="1">
        <a:spcBef>
          <a:spcPts val="0"/>
        </a:spcBef>
        <a:spcAft>
          <a:spcPts val="600"/>
        </a:spcAft>
        <a:buClr>
          <a:schemeClr val="tx2">
            <a:lumMod val="75000"/>
          </a:schemeClr>
        </a:buClr>
        <a:buFont typeface="Wingdings" charset="2"/>
        <a:buChar char="§"/>
        <a:defRPr sz="2400" kern="1200" baseline="0">
          <a:solidFill>
            <a:srgbClr val="000000"/>
          </a:solidFill>
          <a:latin typeface="+mn-lt"/>
          <a:ea typeface="+mn-ea"/>
          <a:cs typeface="+mn-cs"/>
        </a:defRPr>
      </a:lvl1pPr>
      <a:lvl2pPr marL="573088" indent="-298450" algn="l" defTabSz="457200" rtl="0" eaLnBrk="1" latinLnBrk="0" hangingPunct="1">
        <a:spcBef>
          <a:spcPts val="0"/>
        </a:spcBef>
        <a:spcAft>
          <a:spcPts val="600"/>
        </a:spcAft>
        <a:buClr>
          <a:schemeClr val="tx2">
            <a:lumMod val="75000"/>
          </a:schemeClr>
        </a:buClr>
        <a:buFont typeface="Lucida Grande"/>
        <a:buChar char="–"/>
        <a:defRPr sz="2000" kern="1200">
          <a:solidFill>
            <a:srgbClr val="000000"/>
          </a:solidFill>
          <a:latin typeface="+mn-lt"/>
          <a:ea typeface="+mn-ea"/>
          <a:cs typeface="+mn-cs"/>
        </a:defRPr>
      </a:lvl2pPr>
      <a:lvl3pPr marL="519113" indent="217488" algn="l" defTabSz="457200" rtl="0" eaLnBrk="1" latinLnBrk="0" hangingPunct="1">
        <a:spcBef>
          <a:spcPts val="0"/>
        </a:spcBef>
        <a:spcAft>
          <a:spcPts val="600"/>
        </a:spcAft>
        <a:buClr>
          <a:schemeClr val="tx2">
            <a:lumMod val="75000"/>
          </a:schemeClr>
        </a:buClr>
        <a:buFont typeface="Arial" panose="020B0604020202020204" pitchFamily="34" charset="0"/>
        <a:buChar char="•"/>
        <a:defRPr sz="1800" kern="1200">
          <a:solidFill>
            <a:srgbClr val="000000"/>
          </a:solidFill>
          <a:latin typeface="+mn-lt"/>
          <a:ea typeface="+mn-ea"/>
          <a:cs typeface="+mn-cs"/>
        </a:defRPr>
      </a:lvl3pPr>
      <a:lvl4pPr marL="569913" indent="237744" algn="l" defTabSz="457200" rtl="0" eaLnBrk="1" latinLnBrk="0" hangingPunct="1">
        <a:spcBef>
          <a:spcPts val="0"/>
        </a:spcBef>
        <a:spcAft>
          <a:spcPts val="600"/>
        </a:spcAft>
        <a:buClr>
          <a:schemeClr val="tx2">
            <a:lumMod val="75000"/>
          </a:schemeClr>
        </a:buClr>
        <a:buFont typeface="Arial"/>
        <a:buChar char="•"/>
        <a:defRPr sz="1800" kern="1200" baseline="0">
          <a:solidFill>
            <a:srgbClr val="000000"/>
          </a:solidFill>
          <a:latin typeface="+mn-lt"/>
          <a:ea typeface="+mn-ea"/>
          <a:cs typeface="+mn-cs"/>
        </a:defRPr>
      </a:lvl4pPr>
      <a:lvl5pPr marL="1371600" indent="-171450" algn="l" defTabSz="457200" rtl="0" eaLnBrk="1" latinLnBrk="0" hangingPunct="1">
        <a:spcBef>
          <a:spcPts val="0"/>
        </a:spcBef>
        <a:spcAft>
          <a:spcPts val="0"/>
        </a:spcAft>
        <a:buClr>
          <a:schemeClr val="tx2">
            <a:lumMod val="75000"/>
          </a:schemeClr>
        </a:buClr>
        <a:buFont typeface="Wingdings" charset="2"/>
        <a:buChar char="§"/>
        <a:defRPr sz="1600" kern="1200">
          <a:solidFill>
            <a:srgbClr val="00000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15" name="Title 14"/>
          <p:cNvSpPr>
            <a:spLocks noGrp="1"/>
          </p:cNvSpPr>
          <p:nvPr>
            <p:ph type="title"/>
          </p:nvPr>
        </p:nvSpPr>
        <p:spPr>
          <a:xfrm>
            <a:off x="327546" y="1552914"/>
            <a:ext cx="7138234" cy="2733587"/>
          </a:xfrm>
          <a:solidFill>
            <a:schemeClr val="accent2">
              <a:lumMod val="75000"/>
            </a:schemeClr>
          </a:solidFill>
          <a:ln>
            <a:noFill/>
          </a:ln>
        </p:spPr>
        <p:txBody>
          <a:bodyPr/>
          <a:lstStyle/>
          <a:p>
            <a:r>
              <a:rPr lang="en-US" sz="3200" dirty="0"/>
              <a:t>LS-CAT Board Meeting</a:t>
            </a:r>
            <a:endParaRPr lang="en-US" dirty="0"/>
          </a:p>
        </p:txBody>
      </p:sp>
      <p:sp>
        <p:nvSpPr>
          <p:cNvPr id="7" name="TextBox 6">
            <a:extLst>
              <a:ext uri="{FF2B5EF4-FFF2-40B4-BE49-F238E27FC236}">
                <a16:creationId xmlns:a16="http://schemas.microsoft.com/office/drawing/2014/main" id="{A135ABB6-7984-4CA1-AD5C-1E4B66FAB32D}"/>
              </a:ext>
            </a:extLst>
          </p:cNvPr>
          <p:cNvSpPr txBox="1"/>
          <p:nvPr/>
        </p:nvSpPr>
        <p:spPr>
          <a:xfrm>
            <a:off x="741142" y="4365010"/>
            <a:ext cx="9140326" cy="1738938"/>
          </a:xfrm>
          <a:prstGeom prst="rect">
            <a:avLst/>
          </a:prstGeom>
          <a:noFill/>
        </p:spPr>
        <p:txBody>
          <a:bodyPr wrap="square" rtlCol="0">
            <a:spAutoFit/>
          </a:bodyPr>
          <a:lstStyle/>
          <a:p>
            <a:pPr fontAlgn="auto">
              <a:spcBef>
                <a:spcPts val="0"/>
              </a:spcBef>
              <a:spcAft>
                <a:spcPts val="600"/>
              </a:spcAft>
            </a:pPr>
            <a:r>
              <a:rPr lang="en-US" sz="2000" b="1" dirty="0">
                <a:solidFill>
                  <a:srgbClr val="000000"/>
                </a:solidFill>
                <a:latin typeface="Arial"/>
                <a:cs typeface="Arial"/>
              </a:rPr>
              <a:t>Stephen Streiffer</a:t>
            </a:r>
          </a:p>
          <a:p>
            <a:pPr fontAlgn="auto">
              <a:spcBef>
                <a:spcPts val="0"/>
              </a:spcBef>
              <a:spcAft>
                <a:spcPts val="600"/>
              </a:spcAft>
            </a:pPr>
            <a:r>
              <a:rPr lang="en-US" dirty="0">
                <a:solidFill>
                  <a:srgbClr val="000000"/>
                </a:solidFill>
                <a:latin typeface="Arial"/>
                <a:cs typeface="Arial"/>
              </a:rPr>
              <a:t>Director, APS</a:t>
            </a:r>
          </a:p>
          <a:p>
            <a:pPr fontAlgn="auto">
              <a:spcBef>
                <a:spcPts val="0"/>
              </a:spcBef>
              <a:spcAft>
                <a:spcPts val="600"/>
              </a:spcAft>
            </a:pPr>
            <a:r>
              <a:rPr lang="en-US" dirty="0">
                <a:solidFill>
                  <a:srgbClr val="000000"/>
                </a:solidFill>
                <a:latin typeface="Arial"/>
                <a:cs typeface="Arial"/>
              </a:rPr>
              <a:t>Associate Laboratory Director, Photon Sciences</a:t>
            </a:r>
            <a:endParaRPr lang="en-US" dirty="0">
              <a:solidFill>
                <a:srgbClr val="000000"/>
              </a:solidFill>
              <a:latin typeface="Arial"/>
              <a:ea typeface="+mn-ea"/>
              <a:cs typeface="Arial"/>
            </a:endParaRPr>
          </a:p>
          <a:p>
            <a:pPr fontAlgn="auto">
              <a:spcBef>
                <a:spcPts val="0"/>
              </a:spcBef>
              <a:spcAft>
                <a:spcPts val="0"/>
              </a:spcAft>
            </a:pPr>
            <a:endParaRPr lang="en-US" dirty="0">
              <a:solidFill>
                <a:srgbClr val="000000"/>
              </a:solidFill>
              <a:latin typeface="Arial"/>
              <a:ea typeface="+mn-ea"/>
              <a:cs typeface="Arial"/>
            </a:endParaRPr>
          </a:p>
          <a:p>
            <a:pPr fontAlgn="auto">
              <a:spcBef>
                <a:spcPts val="0"/>
              </a:spcBef>
              <a:spcAft>
                <a:spcPts val="0"/>
              </a:spcAft>
            </a:pPr>
            <a:r>
              <a:rPr lang="en-US" dirty="0">
                <a:solidFill>
                  <a:srgbClr val="000000"/>
                </a:solidFill>
                <a:latin typeface="Arial"/>
                <a:ea typeface="+mn-ea"/>
                <a:cs typeface="Arial"/>
              </a:rPr>
              <a:t>October 15, 2018 </a:t>
            </a:r>
          </a:p>
        </p:txBody>
      </p:sp>
      <p:pic>
        <p:nvPicPr>
          <p:cNvPr id="6" name="Picture Placeholder 7">
            <a:extLst>
              <a:ext uri="{FF2B5EF4-FFF2-40B4-BE49-F238E27FC236}">
                <a16:creationId xmlns:a16="http://schemas.microsoft.com/office/drawing/2014/main" id="{B0B73D1F-2B80-9B40-BAD4-7484BBCB587A}"/>
              </a:ext>
            </a:extLst>
          </p:cNvPr>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l="3802" t="1209" r="15335" b="12496"/>
          <a:stretch/>
        </p:blipFill>
        <p:spPr>
          <a:xfrm>
            <a:off x="7465780" y="1552914"/>
            <a:ext cx="4726220" cy="2733587"/>
          </a:xfrm>
          <a:prstGeom prst="rect">
            <a:avLst/>
          </a:prstGeom>
          <a:ln>
            <a:noFill/>
          </a:ln>
        </p:spPr>
      </p:pic>
    </p:spTree>
    <p:extLst>
      <p:ext uri="{BB962C8B-B14F-4D97-AF65-F5344CB8AC3E}">
        <p14:creationId xmlns:p14="http://schemas.microsoft.com/office/powerpoint/2010/main" val="2014994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1" y="1534064"/>
            <a:ext cx="6091736" cy="4108748"/>
          </a:xfrm>
        </p:spPr>
        <p:txBody>
          <a:bodyPr/>
          <a:lstStyle/>
          <a:p>
            <a:r>
              <a:rPr lang="en-US" sz="2200" dirty="0"/>
              <a:t>Dr. Frances Arnold of the California Institute of Technology was one of three awardees of the 2018 Nobel Prize in Chemistry for her work showing how “directed evolution” can be utilized to develop proteins or enzymes that efficiently produce chemicals, biofuels and pharmaceuticals </a:t>
            </a:r>
          </a:p>
          <a:p>
            <a:pPr>
              <a:spcBef>
                <a:spcPts val="1200"/>
              </a:spcBef>
              <a:spcAft>
                <a:spcPts val="0"/>
              </a:spcAft>
            </a:pPr>
            <a:r>
              <a:rPr lang="en-US" sz="2200" dirty="0"/>
              <a:t>As part of this research, the atomic structures of the enzymes were studied at the Advanced Photon Source, a U.S. Department of Energy Office of Science user facility at Argonne National Laboratory</a:t>
            </a:r>
          </a:p>
        </p:txBody>
      </p:sp>
      <p:sp>
        <p:nvSpPr>
          <p:cNvPr id="5" name="Slide Number Placeholder 4"/>
          <p:cNvSpPr>
            <a:spLocks noGrp="1"/>
          </p:cNvSpPr>
          <p:nvPr>
            <p:ph type="sldNum" sz="quarter" idx="13"/>
          </p:nvPr>
        </p:nvSpPr>
        <p:spPr>
          <a:xfrm>
            <a:off x="94224" y="6443116"/>
            <a:ext cx="192504" cy="216210"/>
          </a:xfrm>
          <a:prstGeom prst="rect">
            <a:avLst/>
          </a:prstGeom>
        </p:spPr>
        <p:txBody>
          <a:bodyPr anchor="t"/>
          <a:lstStyle/>
          <a:p>
            <a:pPr algn="ctr"/>
            <a:fld id="{AEFAAC5A-9C4F-4278-920D-DF2BAB595749}" type="slidenum">
              <a:rPr lang="en-US" smtClean="0"/>
              <a:pPr algn="ctr"/>
              <a:t>2</a:t>
            </a:fld>
            <a:endParaRPr lang="en-US" dirty="0"/>
          </a:p>
        </p:txBody>
      </p:sp>
      <p:pic>
        <p:nvPicPr>
          <p:cNvPr id="6" name="Picture 5"/>
          <p:cNvPicPr>
            <a:picLocks noChangeAspect="1"/>
          </p:cNvPicPr>
          <p:nvPr/>
        </p:nvPicPr>
        <p:blipFill>
          <a:blip r:embed="rId2"/>
          <a:stretch>
            <a:fillRect/>
          </a:stretch>
        </p:blipFill>
        <p:spPr>
          <a:xfrm>
            <a:off x="7801554" y="1386809"/>
            <a:ext cx="4125767" cy="3107428"/>
          </a:xfrm>
          <a:prstGeom prst="rect">
            <a:avLst/>
          </a:prstGeom>
        </p:spPr>
      </p:pic>
      <p:sp>
        <p:nvSpPr>
          <p:cNvPr id="7" name="TextBox 6"/>
          <p:cNvSpPr txBox="1"/>
          <p:nvPr/>
        </p:nvSpPr>
        <p:spPr>
          <a:xfrm>
            <a:off x="7536874" y="4579225"/>
            <a:ext cx="4655126" cy="1077218"/>
          </a:xfrm>
          <a:prstGeom prst="rect">
            <a:avLst/>
          </a:prstGeom>
          <a:noFill/>
        </p:spPr>
        <p:txBody>
          <a:bodyPr wrap="square" rtlCol="0">
            <a:spAutoFit/>
          </a:bodyPr>
          <a:lstStyle/>
          <a:p>
            <a:pPr algn="ctr"/>
            <a:r>
              <a:rPr lang="en-US" sz="1600" dirty="0"/>
              <a:t>Structure of an evolved biocatalyst</a:t>
            </a:r>
          </a:p>
          <a:p>
            <a:pPr algn="ctr"/>
            <a:r>
              <a:rPr lang="en-US" sz="1600" dirty="0"/>
              <a:t>for </a:t>
            </a:r>
            <a:r>
              <a:rPr lang="en-US" sz="1600" dirty="0" err="1"/>
              <a:t>cyclopropanation</a:t>
            </a:r>
            <a:r>
              <a:rPr lang="en-US" sz="1600" dirty="0"/>
              <a:t>, determined at the </a:t>
            </a:r>
          </a:p>
          <a:p>
            <a:pPr algn="ctr"/>
            <a:r>
              <a:rPr lang="en-US" sz="1600" dirty="0"/>
              <a:t>General Medical Sciences and Cancer Institutes facility at the Advanced Photon Source</a:t>
            </a:r>
          </a:p>
        </p:txBody>
      </p:sp>
      <p:sp>
        <p:nvSpPr>
          <p:cNvPr id="2" name="Title 1"/>
          <p:cNvSpPr>
            <a:spLocks noGrp="1"/>
          </p:cNvSpPr>
          <p:nvPr>
            <p:ph type="title"/>
          </p:nvPr>
        </p:nvSpPr>
        <p:spPr/>
        <p:txBody>
          <a:bodyPr/>
          <a:lstStyle/>
          <a:p>
            <a:pPr algn="ctr"/>
            <a:r>
              <a:rPr lang="en-US" dirty="0">
                <a:solidFill>
                  <a:srgbClr val="1E4871"/>
                </a:solidFill>
              </a:rPr>
              <a:t>APS Research Contributes to</a:t>
            </a:r>
            <a:br>
              <a:rPr lang="en-US" dirty="0">
                <a:solidFill>
                  <a:srgbClr val="1E4871"/>
                </a:solidFill>
              </a:rPr>
            </a:br>
            <a:r>
              <a:rPr lang="en-US" dirty="0">
                <a:solidFill>
                  <a:srgbClr val="1E4871"/>
                </a:solidFill>
              </a:rPr>
              <a:t>2018 Nobel Prize in Chemistry</a:t>
            </a:r>
          </a:p>
        </p:txBody>
      </p:sp>
    </p:spTree>
    <p:extLst>
      <p:ext uri="{BB962C8B-B14F-4D97-AF65-F5344CB8AC3E}">
        <p14:creationId xmlns:p14="http://schemas.microsoft.com/office/powerpoint/2010/main" val="20941270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609" y="1"/>
            <a:ext cx="6176512" cy="828948"/>
          </a:xfrm>
        </p:spPr>
        <p:txBody>
          <a:bodyPr anchor="ctr"/>
          <a:lstStyle/>
          <a:p>
            <a:r>
              <a:rPr lang="en-US" dirty="0">
                <a:solidFill>
                  <a:schemeClr val="accent2">
                    <a:lumMod val="75000"/>
                  </a:schemeClr>
                </a:solidFill>
              </a:rPr>
              <a:t>APS Users by Discipline</a:t>
            </a:r>
          </a:p>
        </p:txBody>
      </p:sp>
      <p:graphicFrame>
        <p:nvGraphicFramePr>
          <p:cNvPr id="13" name="Chart 12">
            <a:extLst>
              <a:ext uri="{FF2B5EF4-FFF2-40B4-BE49-F238E27FC236}">
                <a16:creationId xmlns:a16="http://schemas.microsoft.com/office/drawing/2014/main" id="{00000000-0008-0000-0100-000006000000}"/>
              </a:ext>
            </a:extLst>
          </p:cNvPr>
          <p:cNvGraphicFramePr>
            <a:graphicFrameLocks/>
          </p:cNvGraphicFramePr>
          <p:nvPr>
            <p:extLst>
              <p:ext uri="{D42A27DB-BD31-4B8C-83A1-F6EECF244321}">
                <p14:modId xmlns:p14="http://schemas.microsoft.com/office/powerpoint/2010/main" val="506911440"/>
              </p:ext>
            </p:extLst>
          </p:nvPr>
        </p:nvGraphicFramePr>
        <p:xfrm>
          <a:off x="669580" y="687259"/>
          <a:ext cx="5242560" cy="59740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7" name="Chart 16">
            <a:extLst>
              <a:ext uri="{FF2B5EF4-FFF2-40B4-BE49-F238E27FC236}">
                <a16:creationId xmlns:a16="http://schemas.microsoft.com/office/drawing/2014/main" id="{4F655138-59D1-0D4B-B609-48D1463A21F8}"/>
              </a:ext>
            </a:extLst>
          </p:cNvPr>
          <p:cNvGraphicFramePr>
            <a:graphicFrameLocks/>
          </p:cNvGraphicFramePr>
          <p:nvPr>
            <p:extLst>
              <p:ext uri="{D42A27DB-BD31-4B8C-83A1-F6EECF244321}">
                <p14:modId xmlns:p14="http://schemas.microsoft.com/office/powerpoint/2010/main" val="1112739580"/>
              </p:ext>
            </p:extLst>
          </p:nvPr>
        </p:nvGraphicFramePr>
        <p:xfrm>
          <a:off x="6326865" y="687259"/>
          <a:ext cx="5242560" cy="5974080"/>
        </p:xfrm>
        <a:graphic>
          <a:graphicData uri="http://schemas.openxmlformats.org/drawingml/2006/chart">
            <c:chart xmlns:c="http://schemas.openxmlformats.org/drawingml/2006/chart" xmlns:r="http://schemas.openxmlformats.org/officeDocument/2006/relationships" r:id="rId3"/>
          </a:graphicData>
        </a:graphic>
      </p:graphicFrame>
      <p:sp>
        <p:nvSpPr>
          <p:cNvPr id="18" name="Slide Number Placeholder 17">
            <a:extLst>
              <a:ext uri="{FF2B5EF4-FFF2-40B4-BE49-F238E27FC236}">
                <a16:creationId xmlns:a16="http://schemas.microsoft.com/office/drawing/2014/main" id="{49140E10-53CF-C445-9CB7-C7B6B22B4EC0}"/>
              </a:ext>
            </a:extLst>
          </p:cNvPr>
          <p:cNvSpPr>
            <a:spLocks noGrp="1"/>
          </p:cNvSpPr>
          <p:nvPr>
            <p:ph type="sldNum" sz="quarter" idx="13"/>
          </p:nvPr>
        </p:nvSpPr>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fld id="{AEFAAC5A-9C4F-4278-920D-DF2BAB595749}" type="slidenum">
              <a:rPr kumimoji="0" lang="en-US" b="0" i="0" u="none" strike="noStrike" kern="1200" cap="none" spc="0" normalizeH="0" baseline="0" noProof="0">
                <a:ln>
                  <a:noFill/>
                </a:ln>
                <a:solidFill>
                  <a:srgbClr val="FFFFFF"/>
                </a:solidFill>
                <a:effectLst/>
                <a:uLnTx/>
                <a:uFillTx/>
                <a:latin typeface="Arial"/>
                <a:ea typeface="ＭＳ Ｐゴシック" charset="-128"/>
                <a:cs typeface="+mn-cs"/>
              </a:rPr>
              <a:pPr marL="0" marR="0" lvl="0" indent="0" algn="ctr" defTabSz="1219170" rtl="0" eaLnBrk="1" fontAlgn="auto" latinLnBrk="0" hangingPunct="1">
                <a:lnSpc>
                  <a:spcPct val="100000"/>
                </a:lnSpc>
                <a:spcBef>
                  <a:spcPts val="0"/>
                </a:spcBef>
                <a:spcAft>
                  <a:spcPts val="0"/>
                </a:spcAft>
                <a:buClrTx/>
                <a:buSzTx/>
                <a:buFontTx/>
                <a:buNone/>
                <a:tabLst/>
                <a:defRPr/>
              </a:pPr>
              <a:t>3</a:t>
            </a:fld>
            <a:endParaRPr kumimoji="0" lang="en-US" b="0" i="0" u="none" strike="noStrike" kern="1200" cap="none" spc="0" normalizeH="0" baseline="0" noProof="0" dirty="0">
              <a:ln>
                <a:noFill/>
              </a:ln>
              <a:solidFill>
                <a:srgbClr val="FFFFFF"/>
              </a:solidFill>
              <a:effectLst/>
              <a:uLnTx/>
              <a:uFillTx/>
              <a:latin typeface="Arial"/>
              <a:ea typeface="ＭＳ Ｐゴシック" charset="-128"/>
              <a:cs typeface="+mn-cs"/>
            </a:endParaRPr>
          </a:p>
        </p:txBody>
      </p:sp>
    </p:spTree>
    <p:extLst>
      <p:ext uri="{BB962C8B-B14F-4D97-AF65-F5344CB8AC3E}">
        <p14:creationId xmlns:p14="http://schemas.microsoft.com/office/powerpoint/2010/main" val="1839274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8">
            <a:extLst>
              <a:ext uri="{FF2B5EF4-FFF2-40B4-BE49-F238E27FC236}">
                <a16:creationId xmlns:a16="http://schemas.microsoft.com/office/drawing/2014/main" id="{970E2D31-C3A7-4A50-8AE7-D4E8C86BC8E1}"/>
              </a:ext>
            </a:extLst>
          </p:cNvPr>
          <p:cNvSpPr txBox="1">
            <a:spLocks/>
          </p:cNvSpPr>
          <p:nvPr/>
        </p:nvSpPr>
        <p:spPr>
          <a:xfrm>
            <a:off x="548384" y="951713"/>
            <a:ext cx="11193438" cy="4254581"/>
          </a:xfrm>
          <a:prstGeom prst="rect">
            <a:avLst/>
          </a:prstGeom>
        </p:spPr>
        <p:txBody>
          <a:bodyPr vert="horz" lIns="0" tIns="0" rIns="0" bIns="45720" rtlCol="0">
            <a:noAutofit/>
          </a:bodyPr>
          <a:lstStyle>
            <a:lvl1pPr marL="274320" indent="-274320" algn="l" defTabSz="457200" rtl="0" eaLnBrk="1" latinLnBrk="0" hangingPunct="1">
              <a:spcBef>
                <a:spcPts val="0"/>
              </a:spcBef>
              <a:spcAft>
                <a:spcPts val="600"/>
              </a:spcAft>
              <a:buClr>
                <a:schemeClr val="tx2">
                  <a:lumMod val="75000"/>
                </a:schemeClr>
              </a:buClr>
              <a:buFont typeface="Wingdings" charset="2"/>
              <a:buChar char="§"/>
              <a:defRPr sz="2400" kern="1200" baseline="0">
                <a:solidFill>
                  <a:srgbClr val="000000"/>
                </a:solidFill>
                <a:latin typeface="+mn-lt"/>
                <a:ea typeface="+mn-ea"/>
                <a:cs typeface="+mn-cs"/>
              </a:defRPr>
            </a:lvl1pPr>
            <a:lvl2pPr marL="573088" indent="-298450" algn="l" defTabSz="457200" rtl="0" eaLnBrk="1" latinLnBrk="0" hangingPunct="1">
              <a:spcBef>
                <a:spcPts val="0"/>
              </a:spcBef>
              <a:spcAft>
                <a:spcPts val="600"/>
              </a:spcAft>
              <a:buClr>
                <a:schemeClr val="tx2">
                  <a:lumMod val="75000"/>
                </a:schemeClr>
              </a:buClr>
              <a:buFont typeface="Lucida Grande"/>
              <a:buChar char="–"/>
              <a:defRPr sz="2000" kern="1200">
                <a:solidFill>
                  <a:srgbClr val="000000"/>
                </a:solidFill>
                <a:latin typeface="+mn-lt"/>
                <a:ea typeface="+mn-ea"/>
                <a:cs typeface="+mn-cs"/>
              </a:defRPr>
            </a:lvl2pPr>
            <a:lvl3pPr marL="519113" indent="217488" algn="l" defTabSz="457200" rtl="0" eaLnBrk="1" latinLnBrk="0" hangingPunct="1">
              <a:spcBef>
                <a:spcPts val="0"/>
              </a:spcBef>
              <a:spcAft>
                <a:spcPts val="600"/>
              </a:spcAft>
              <a:buClr>
                <a:schemeClr val="tx2">
                  <a:lumMod val="75000"/>
                </a:schemeClr>
              </a:buClr>
              <a:buFont typeface="Arial" panose="020B0604020202020204" pitchFamily="34" charset="0"/>
              <a:buChar char="•"/>
              <a:defRPr sz="1800" kern="1200">
                <a:solidFill>
                  <a:srgbClr val="000000"/>
                </a:solidFill>
                <a:latin typeface="+mn-lt"/>
                <a:ea typeface="+mn-ea"/>
                <a:cs typeface="+mn-cs"/>
              </a:defRPr>
            </a:lvl3pPr>
            <a:lvl4pPr marL="569913" indent="237744" algn="l" defTabSz="457200" rtl="0" eaLnBrk="1" latinLnBrk="0" hangingPunct="1">
              <a:spcBef>
                <a:spcPts val="0"/>
              </a:spcBef>
              <a:spcAft>
                <a:spcPts val="600"/>
              </a:spcAft>
              <a:buClr>
                <a:schemeClr val="tx2">
                  <a:lumMod val="75000"/>
                </a:schemeClr>
              </a:buClr>
              <a:buFont typeface="Arial"/>
              <a:buChar char="•"/>
              <a:defRPr sz="1800" kern="1200" baseline="0">
                <a:solidFill>
                  <a:srgbClr val="000000"/>
                </a:solidFill>
                <a:latin typeface="+mn-lt"/>
                <a:ea typeface="+mn-ea"/>
                <a:cs typeface="+mn-cs"/>
              </a:defRPr>
            </a:lvl4pPr>
            <a:lvl5pPr marL="1371600" indent="-171450" algn="l" defTabSz="457200" rtl="0" eaLnBrk="1" latinLnBrk="0" hangingPunct="1">
              <a:spcBef>
                <a:spcPts val="0"/>
              </a:spcBef>
              <a:spcAft>
                <a:spcPts val="0"/>
              </a:spcAft>
              <a:buClr>
                <a:schemeClr val="tx2">
                  <a:lumMod val="75000"/>
                </a:schemeClr>
              </a:buClr>
              <a:buFont typeface="Wingdings" charset="2"/>
              <a:buChar char="§"/>
              <a:defRPr sz="1600" kern="1200">
                <a:solidFill>
                  <a:srgbClr val="00000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auto">
              <a:spcBef>
                <a:spcPts val="900"/>
              </a:spcBef>
              <a:spcAft>
                <a:spcPts val="300"/>
              </a:spcAft>
              <a:buFont typeface="Wingdings" panose="05000000000000000000" pitchFamily="2" charset="2"/>
              <a:buNone/>
              <a:defRPr/>
            </a:pPr>
            <a:r>
              <a:rPr lang="en-US" sz="2000" b="1" dirty="0">
                <a:solidFill>
                  <a:schemeClr val="tx1">
                    <a:lumMod val="50000"/>
                  </a:schemeClr>
                </a:solidFill>
              </a:rPr>
              <a:t>FY19 Appropriation of $130M (vs. President’s Budget Request of $60M) </a:t>
            </a:r>
          </a:p>
          <a:p>
            <a:pPr marL="0" indent="0" fontAlgn="auto">
              <a:spcBef>
                <a:spcPts val="900"/>
              </a:spcBef>
              <a:spcAft>
                <a:spcPts val="300"/>
              </a:spcAft>
              <a:buFont typeface="Wingdings" panose="05000000000000000000" pitchFamily="2" charset="2"/>
              <a:buNone/>
              <a:defRPr/>
            </a:pPr>
            <a:r>
              <a:rPr lang="en-US" sz="2000" b="1" dirty="0">
                <a:solidFill>
                  <a:schemeClr val="tx1">
                    <a:lumMod val="50000"/>
                  </a:schemeClr>
                </a:solidFill>
              </a:rPr>
              <a:t>CD-2 (Project cost and schedule baseline) approved on December 9, 2018</a:t>
            </a:r>
          </a:p>
          <a:p>
            <a:pPr marL="0" indent="0" fontAlgn="auto">
              <a:spcBef>
                <a:spcPts val="900"/>
              </a:spcBef>
              <a:spcAft>
                <a:spcPts val="300"/>
              </a:spcAft>
              <a:buNone/>
              <a:defRPr/>
            </a:pPr>
            <a:r>
              <a:rPr lang="en-US" sz="2000" b="1" dirty="0">
                <a:solidFill>
                  <a:schemeClr val="tx1">
                    <a:lumMod val="50000"/>
                  </a:schemeClr>
                </a:solidFill>
              </a:rPr>
              <a:t>Working on final designs, $89.5M in long-lead procurements underway</a:t>
            </a:r>
          </a:p>
          <a:p>
            <a:pPr fontAlgn="auto">
              <a:spcAft>
                <a:spcPts val="300"/>
              </a:spcAft>
              <a:defRPr/>
            </a:pPr>
            <a:r>
              <a:rPr lang="en-US" sz="1800" dirty="0">
                <a:solidFill>
                  <a:schemeClr val="tx1">
                    <a:lumMod val="50000"/>
                  </a:schemeClr>
                </a:solidFill>
                <a:latin typeface="Arial" charset="0"/>
                <a:ea typeface="ＭＳ Ｐゴシック" charset="-128"/>
              </a:rPr>
              <a:t>Includes ~160 storage ring magnets, certain hutches, selected </a:t>
            </a:r>
            <a:r>
              <a:rPr lang="en-US" sz="1800" dirty="0" err="1">
                <a:solidFill>
                  <a:schemeClr val="tx1">
                    <a:lumMod val="50000"/>
                  </a:schemeClr>
                </a:solidFill>
                <a:latin typeface="Arial" charset="0"/>
                <a:ea typeface="ＭＳ Ｐゴシック" charset="-128"/>
              </a:rPr>
              <a:t>monos</a:t>
            </a:r>
            <a:r>
              <a:rPr lang="en-US" sz="1800" dirty="0">
                <a:solidFill>
                  <a:schemeClr val="tx1">
                    <a:lumMod val="50000"/>
                  </a:schemeClr>
                </a:solidFill>
                <a:latin typeface="Arial" charset="0"/>
                <a:ea typeface="ＭＳ Ｐゴシック" charset="-128"/>
              </a:rPr>
              <a:t> and mirrors</a:t>
            </a:r>
            <a:endParaRPr lang="en-US" sz="2000" b="1" dirty="0">
              <a:solidFill>
                <a:schemeClr val="tx1">
                  <a:lumMod val="50000"/>
                </a:schemeClr>
              </a:solidFill>
            </a:endParaRPr>
          </a:p>
          <a:p>
            <a:pPr marL="0" indent="0" fontAlgn="auto">
              <a:spcBef>
                <a:spcPts val="900"/>
              </a:spcBef>
              <a:spcAft>
                <a:spcPts val="300"/>
              </a:spcAft>
              <a:buFont typeface="Wingdings" panose="05000000000000000000" pitchFamily="2" charset="2"/>
              <a:buNone/>
              <a:defRPr/>
            </a:pPr>
            <a:r>
              <a:rPr lang="en-US" sz="2000" b="1" dirty="0">
                <a:solidFill>
                  <a:schemeClr val="tx1">
                    <a:lumMod val="50000"/>
                  </a:schemeClr>
                </a:solidFill>
              </a:rPr>
              <a:t>Headed towards CD-3 (Final designs ~80% complete, full budget authority): Review targeted for spring</a:t>
            </a:r>
          </a:p>
          <a:p>
            <a:pPr fontAlgn="auto">
              <a:spcAft>
                <a:spcPts val="300"/>
              </a:spcAft>
              <a:defRPr/>
            </a:pPr>
            <a:r>
              <a:rPr lang="en-US" sz="1800" dirty="0">
                <a:solidFill>
                  <a:schemeClr val="tx1">
                    <a:lumMod val="50000"/>
                  </a:schemeClr>
                </a:solidFill>
              </a:rPr>
              <a:t>Successful completion enables continued commercial procurements on schedule beyond the $89.5M LLP authorization already received</a:t>
            </a:r>
            <a:endParaRPr lang="en-US" sz="2000" b="1" dirty="0">
              <a:solidFill>
                <a:schemeClr val="tx1">
                  <a:lumMod val="50000"/>
                </a:schemeClr>
              </a:solidFill>
            </a:endParaRPr>
          </a:p>
          <a:p>
            <a:pPr marL="0" indent="0" fontAlgn="auto">
              <a:spcBef>
                <a:spcPts val="900"/>
              </a:spcBef>
              <a:spcAft>
                <a:spcPts val="300"/>
              </a:spcAft>
              <a:buFont typeface="Wingdings" panose="05000000000000000000" pitchFamily="2" charset="2"/>
              <a:buNone/>
              <a:defRPr/>
            </a:pPr>
            <a:r>
              <a:rPr lang="en-US" sz="2000" b="1" dirty="0">
                <a:solidFill>
                  <a:schemeClr val="tx1">
                    <a:lumMod val="50000"/>
                  </a:schemeClr>
                </a:solidFill>
              </a:rPr>
              <a:t>FY20 funding is critical to maintain momentum</a:t>
            </a:r>
          </a:p>
          <a:p>
            <a:pPr fontAlgn="auto">
              <a:spcAft>
                <a:spcPts val="300"/>
              </a:spcAft>
              <a:defRPr/>
            </a:pPr>
            <a:r>
              <a:rPr lang="en-US" sz="1800" dirty="0">
                <a:solidFill>
                  <a:schemeClr val="tx1">
                    <a:lumMod val="50000"/>
                  </a:schemeClr>
                </a:solidFill>
              </a:rPr>
              <a:t>Proposed $150M meets project needs; PBR due in ~March</a:t>
            </a:r>
          </a:p>
          <a:p>
            <a:pPr fontAlgn="auto">
              <a:spcAft>
                <a:spcPts val="300"/>
              </a:spcAft>
              <a:defRPr/>
            </a:pPr>
            <a:r>
              <a:rPr lang="en-US" sz="1800" dirty="0">
                <a:solidFill>
                  <a:schemeClr val="tx1">
                    <a:lumMod val="50000"/>
                  </a:schemeClr>
                </a:solidFill>
              </a:rPr>
              <a:t>Advancing funding from later years addresses potential contingency issue; reduces risk of schedule delay</a:t>
            </a:r>
          </a:p>
          <a:p>
            <a:pPr fontAlgn="auto">
              <a:spcAft>
                <a:spcPts val="300"/>
              </a:spcAft>
              <a:defRPr/>
            </a:pPr>
            <a:r>
              <a:rPr lang="en-US" sz="1800" dirty="0">
                <a:solidFill>
                  <a:schemeClr val="tx1">
                    <a:lumMod val="50000"/>
                  </a:schemeClr>
                </a:solidFill>
              </a:rPr>
              <a:t>Reduction of funding from proposed level directly reduces number of industrial contracts that can be let in FY20; will cause project delays by pushing these to later years</a:t>
            </a:r>
          </a:p>
          <a:p>
            <a:pPr marL="0" indent="0" fontAlgn="auto">
              <a:spcBef>
                <a:spcPts val="900"/>
              </a:spcBef>
              <a:spcAft>
                <a:spcPts val="300"/>
              </a:spcAft>
              <a:buNone/>
              <a:defRPr/>
            </a:pPr>
            <a:r>
              <a:rPr lang="en-US" sz="2000" b="1" dirty="0">
                <a:solidFill>
                  <a:schemeClr val="tx1">
                    <a:lumMod val="50000"/>
                  </a:schemeClr>
                </a:solidFill>
              </a:rPr>
              <a:t>On track for </a:t>
            </a:r>
            <a:r>
              <a:rPr lang="en-US" sz="2000" b="1">
                <a:solidFill>
                  <a:schemeClr val="tx1">
                    <a:lumMod val="50000"/>
                  </a:schemeClr>
                </a:solidFill>
              </a:rPr>
              <a:t>shut-down and storage </a:t>
            </a:r>
            <a:r>
              <a:rPr lang="en-US" sz="2000" b="1" dirty="0">
                <a:solidFill>
                  <a:schemeClr val="tx1">
                    <a:lumMod val="50000"/>
                  </a:schemeClr>
                </a:solidFill>
              </a:rPr>
              <a:t>ring installation start in June 2022  (technically limited)</a:t>
            </a:r>
          </a:p>
          <a:p>
            <a:pPr marL="0" indent="0" fontAlgn="auto">
              <a:buFont typeface="Wingdings" charset="2"/>
              <a:buNone/>
              <a:defRPr/>
            </a:pPr>
            <a:endParaRPr lang="en-US" sz="700" dirty="0"/>
          </a:p>
        </p:txBody>
      </p:sp>
      <p:sp>
        <p:nvSpPr>
          <p:cNvPr id="8" name="Title 7">
            <a:extLst>
              <a:ext uri="{FF2B5EF4-FFF2-40B4-BE49-F238E27FC236}">
                <a16:creationId xmlns:a16="http://schemas.microsoft.com/office/drawing/2014/main" id="{351E6D59-6C2C-4AEE-84B7-1DB48365AD1A}"/>
              </a:ext>
            </a:extLst>
          </p:cNvPr>
          <p:cNvSpPr>
            <a:spLocks noGrp="1"/>
          </p:cNvSpPr>
          <p:nvPr>
            <p:ph type="title"/>
          </p:nvPr>
        </p:nvSpPr>
        <p:spPr>
          <a:xfrm>
            <a:off x="441152" y="30301"/>
            <a:ext cx="11623250" cy="828948"/>
          </a:xfrm>
        </p:spPr>
        <p:txBody>
          <a:bodyPr/>
          <a:lstStyle/>
          <a:p>
            <a:r>
              <a:rPr lang="en-US" dirty="0">
                <a:solidFill>
                  <a:srgbClr val="004875"/>
                </a:solidFill>
              </a:rPr>
              <a:t>APS-U Status</a:t>
            </a:r>
          </a:p>
        </p:txBody>
      </p:sp>
      <p:sp>
        <p:nvSpPr>
          <p:cNvPr id="5" name="Slide Number Placeholder 3">
            <a:extLst>
              <a:ext uri="{FF2B5EF4-FFF2-40B4-BE49-F238E27FC236}">
                <a16:creationId xmlns:a16="http://schemas.microsoft.com/office/drawing/2014/main" id="{9581324D-0AB3-7643-ADA5-4485F977C89E}"/>
              </a:ext>
            </a:extLst>
          </p:cNvPr>
          <p:cNvSpPr>
            <a:spLocks noGrp="1"/>
          </p:cNvSpPr>
          <p:nvPr>
            <p:ph type="sldNum" sz="quarter" idx="13"/>
          </p:nvPr>
        </p:nvSpPr>
        <p:spPr>
          <a:xfrm>
            <a:off x="-24064" y="6441944"/>
            <a:ext cx="385011" cy="240587"/>
          </a:xfrm>
        </p:spPr>
        <p:txBody>
          <a:bodyPr/>
          <a:lstStyle/>
          <a:p>
            <a:fld id="{AEFAAC5A-9C4F-4278-920D-DF2BAB595749}" type="slidenum">
              <a:rPr lang="en-US" smtClean="0"/>
              <a:pPr/>
              <a:t>4</a:t>
            </a:fld>
            <a:endParaRPr lang="en-US" dirty="0"/>
          </a:p>
        </p:txBody>
      </p:sp>
    </p:spTree>
    <p:extLst>
      <p:ext uri="{BB962C8B-B14F-4D97-AF65-F5344CB8AC3E}">
        <p14:creationId xmlns:p14="http://schemas.microsoft.com/office/powerpoint/2010/main" val="263417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p:cNvSpPr txBox="1">
            <a:spLocks noChangeArrowheads="1"/>
          </p:cNvSpPr>
          <p:nvPr/>
        </p:nvSpPr>
        <p:spPr>
          <a:xfrm>
            <a:off x="1989138" y="324291"/>
            <a:ext cx="8678863" cy="6147176"/>
          </a:xfrm>
          <a:prstGeom prst="rect">
            <a:avLst/>
          </a:prstGeom>
        </p:spPr>
        <p:txBody>
          <a:bodyPr vert="horz" lIns="0" tIns="0" rIns="0" bIns="45720" rtlCol="0">
            <a:noAutofit/>
          </a:bodyPr>
          <a:lstStyle>
            <a:lvl1pPr marL="274320" indent="-274320" algn="l" defTabSz="457200" rtl="0" eaLnBrk="1" latinLnBrk="0" hangingPunct="1">
              <a:spcBef>
                <a:spcPts val="0"/>
              </a:spcBef>
              <a:spcAft>
                <a:spcPts val="600"/>
              </a:spcAft>
              <a:buClr>
                <a:schemeClr val="tx2">
                  <a:lumMod val="75000"/>
                </a:schemeClr>
              </a:buClr>
              <a:buFont typeface="Wingdings" charset="2"/>
              <a:buChar char="§"/>
              <a:defRPr sz="2400" kern="1200" baseline="0">
                <a:solidFill>
                  <a:srgbClr val="000000"/>
                </a:solidFill>
                <a:latin typeface="+mn-lt"/>
                <a:ea typeface="+mn-ea"/>
                <a:cs typeface="+mn-cs"/>
              </a:defRPr>
            </a:lvl1pPr>
            <a:lvl2pPr marL="573088" indent="-298450" algn="l" defTabSz="457200" rtl="0" eaLnBrk="1" latinLnBrk="0" hangingPunct="1">
              <a:spcBef>
                <a:spcPts val="0"/>
              </a:spcBef>
              <a:spcAft>
                <a:spcPts val="600"/>
              </a:spcAft>
              <a:buClr>
                <a:schemeClr val="tx2">
                  <a:lumMod val="75000"/>
                </a:schemeClr>
              </a:buClr>
              <a:buFont typeface="Lucida Grande"/>
              <a:buChar char="–"/>
              <a:defRPr sz="2000" kern="1200">
                <a:solidFill>
                  <a:srgbClr val="000000"/>
                </a:solidFill>
                <a:latin typeface="+mn-lt"/>
                <a:ea typeface="+mn-ea"/>
                <a:cs typeface="+mn-cs"/>
              </a:defRPr>
            </a:lvl2pPr>
            <a:lvl3pPr marL="519113" indent="217488" algn="l" defTabSz="457200" rtl="0" eaLnBrk="1" latinLnBrk="0" hangingPunct="1">
              <a:spcBef>
                <a:spcPts val="0"/>
              </a:spcBef>
              <a:spcAft>
                <a:spcPts val="600"/>
              </a:spcAft>
              <a:buClr>
                <a:schemeClr val="tx2">
                  <a:lumMod val="75000"/>
                </a:schemeClr>
              </a:buClr>
              <a:buFont typeface="Arial" panose="020B0604020202020204" pitchFamily="34" charset="0"/>
              <a:buChar char="•"/>
              <a:defRPr sz="1800" kern="1200">
                <a:solidFill>
                  <a:srgbClr val="000000"/>
                </a:solidFill>
                <a:latin typeface="+mn-lt"/>
                <a:ea typeface="+mn-ea"/>
                <a:cs typeface="+mn-cs"/>
              </a:defRPr>
            </a:lvl3pPr>
            <a:lvl4pPr marL="569913" indent="237744" algn="l" defTabSz="457200" rtl="0" eaLnBrk="1" latinLnBrk="0" hangingPunct="1">
              <a:spcBef>
                <a:spcPts val="0"/>
              </a:spcBef>
              <a:spcAft>
                <a:spcPts val="600"/>
              </a:spcAft>
              <a:buClr>
                <a:schemeClr val="tx2">
                  <a:lumMod val="75000"/>
                </a:schemeClr>
              </a:buClr>
              <a:buFont typeface="Arial"/>
              <a:buChar char="•"/>
              <a:defRPr sz="1800" kern="1200" baseline="0">
                <a:solidFill>
                  <a:srgbClr val="000000"/>
                </a:solidFill>
                <a:latin typeface="+mn-lt"/>
                <a:ea typeface="+mn-ea"/>
                <a:cs typeface="+mn-cs"/>
              </a:defRPr>
            </a:lvl4pPr>
            <a:lvl5pPr marL="1371600" indent="-171450" algn="l" defTabSz="457200" rtl="0" eaLnBrk="1" latinLnBrk="0" hangingPunct="1">
              <a:spcBef>
                <a:spcPts val="0"/>
              </a:spcBef>
              <a:spcAft>
                <a:spcPts val="0"/>
              </a:spcAft>
              <a:buClr>
                <a:schemeClr val="tx2">
                  <a:lumMod val="75000"/>
                </a:schemeClr>
              </a:buClr>
              <a:buFont typeface="Wingdings" charset="2"/>
              <a:buChar char="§"/>
              <a:defRPr sz="1600" kern="1200">
                <a:solidFill>
                  <a:srgbClr val="00000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741344" lvl="1" indent="-341305">
              <a:buClr>
                <a:srgbClr val="1F497D"/>
              </a:buClr>
              <a:buFont typeface="Wingdings" charset="0"/>
              <a:buChar char=""/>
              <a:tabLst>
                <a:tab pos="911203" algn="l"/>
                <a:tab pos="1825580" algn="l"/>
                <a:tab pos="2739957" algn="l"/>
                <a:tab pos="3654334" algn="l"/>
                <a:tab pos="4568711" algn="l"/>
                <a:tab pos="5483088" algn="l"/>
                <a:tab pos="6397465" algn="l"/>
                <a:tab pos="7311843" algn="l"/>
                <a:tab pos="8226220" algn="l"/>
                <a:tab pos="9140597" algn="l"/>
                <a:tab pos="10054974" algn="l"/>
              </a:tabLst>
              <a:defRPr/>
            </a:pPr>
            <a:endParaRPr lang="en-US" sz="1000" dirty="0"/>
          </a:p>
          <a:p>
            <a:pPr marL="341305" indent="-341305">
              <a:buClr>
                <a:srgbClr val="1F497D"/>
              </a:buClr>
              <a:buFont typeface="Wingdings" charset="0"/>
              <a:buChar char=""/>
              <a:tabLst>
                <a:tab pos="911203" algn="l"/>
                <a:tab pos="1825580" algn="l"/>
                <a:tab pos="2739957" algn="l"/>
                <a:tab pos="3654334" algn="l"/>
                <a:tab pos="4568711" algn="l"/>
                <a:tab pos="5483088" algn="l"/>
                <a:tab pos="6397465" algn="l"/>
                <a:tab pos="7311843" algn="l"/>
                <a:tab pos="8226220" algn="l"/>
                <a:tab pos="9140597" algn="l"/>
                <a:tab pos="10054974" algn="l"/>
              </a:tabLst>
              <a:defRPr/>
            </a:pPr>
            <a:endParaRPr lang="en-US" dirty="0"/>
          </a:p>
          <a:p>
            <a:pPr marL="1438557" lvl="4" indent="-341305">
              <a:buClr>
                <a:srgbClr val="1F497D"/>
              </a:buClr>
              <a:buFont typeface="Wingdings" charset="0"/>
              <a:buChar char=""/>
              <a:tabLst>
                <a:tab pos="911203" algn="l"/>
                <a:tab pos="1825580" algn="l"/>
                <a:tab pos="2739957" algn="l"/>
                <a:tab pos="3654334" algn="l"/>
                <a:tab pos="4568711" algn="l"/>
                <a:tab pos="5483088" algn="l"/>
                <a:tab pos="6397465" algn="l"/>
                <a:tab pos="7311843" algn="l"/>
                <a:tab pos="8226220" algn="l"/>
                <a:tab pos="9140597" algn="l"/>
                <a:tab pos="10054974" algn="l"/>
              </a:tabLst>
              <a:defRPr/>
            </a:pPr>
            <a:endParaRPr lang="en-US" dirty="0"/>
          </a:p>
          <a:p>
            <a:pPr marL="636891" lvl="3" indent="-341305">
              <a:buClr>
                <a:srgbClr val="1F497D"/>
              </a:buClr>
              <a:buFont typeface="Wingdings" charset="0"/>
              <a:buChar char=""/>
              <a:tabLst>
                <a:tab pos="911203" algn="l"/>
                <a:tab pos="1825580" algn="l"/>
                <a:tab pos="2739957" algn="l"/>
                <a:tab pos="3654334" algn="l"/>
                <a:tab pos="4568711" algn="l"/>
                <a:tab pos="5483088" algn="l"/>
                <a:tab pos="6397465" algn="l"/>
                <a:tab pos="7311843" algn="l"/>
                <a:tab pos="8226220" algn="l"/>
                <a:tab pos="9140597" algn="l"/>
                <a:tab pos="10054974" algn="l"/>
              </a:tabLst>
              <a:defRPr/>
            </a:pPr>
            <a:endParaRPr lang="en-US" dirty="0"/>
          </a:p>
          <a:p>
            <a:pPr marL="1438557" lvl="4" indent="-341305">
              <a:buClr>
                <a:srgbClr val="1F497D"/>
              </a:buClr>
              <a:buFont typeface="Wingdings" charset="0"/>
              <a:buChar char=""/>
              <a:tabLst>
                <a:tab pos="911203" algn="l"/>
                <a:tab pos="1825580" algn="l"/>
                <a:tab pos="2739957" algn="l"/>
                <a:tab pos="3654334" algn="l"/>
                <a:tab pos="4568711" algn="l"/>
                <a:tab pos="5483088" algn="l"/>
                <a:tab pos="6397465" algn="l"/>
                <a:tab pos="7311843" algn="l"/>
                <a:tab pos="8226220" algn="l"/>
                <a:tab pos="9140597" algn="l"/>
                <a:tab pos="10054974" algn="l"/>
              </a:tabLst>
              <a:defRPr/>
            </a:pPr>
            <a:endParaRPr lang="en-US" dirty="0"/>
          </a:p>
        </p:txBody>
      </p:sp>
      <p:sp>
        <p:nvSpPr>
          <p:cNvPr id="7" name="Title 7"/>
          <p:cNvSpPr>
            <a:spLocks noGrp="1"/>
          </p:cNvSpPr>
          <p:nvPr>
            <p:ph type="title"/>
          </p:nvPr>
        </p:nvSpPr>
        <p:spPr>
          <a:xfrm>
            <a:off x="1870077" y="251351"/>
            <a:ext cx="8797924" cy="494323"/>
          </a:xfrm>
        </p:spPr>
        <p:txBody>
          <a:bodyPr/>
          <a:lstStyle/>
          <a:p>
            <a:r>
              <a:rPr lang="en-US" sz="2800"/>
              <a:t>APS-U Project Schedule</a:t>
            </a:r>
            <a:endParaRPr lang="en-US" sz="2800" dirty="0"/>
          </a:p>
        </p:txBody>
      </p:sp>
      <p:grpSp>
        <p:nvGrpSpPr>
          <p:cNvPr id="78" name="Group 77">
            <a:extLst>
              <a:ext uri="{FF2B5EF4-FFF2-40B4-BE49-F238E27FC236}">
                <a16:creationId xmlns:a16="http://schemas.microsoft.com/office/drawing/2014/main" id="{1F4E26FC-DAF6-4733-A984-B75F8FB606CA}"/>
              </a:ext>
            </a:extLst>
          </p:cNvPr>
          <p:cNvGrpSpPr/>
          <p:nvPr/>
        </p:nvGrpSpPr>
        <p:grpSpPr>
          <a:xfrm>
            <a:off x="2161060" y="948704"/>
            <a:ext cx="8335017" cy="5319732"/>
            <a:chOff x="1850973" y="1036463"/>
            <a:chExt cx="8820742" cy="5319732"/>
          </a:xfrm>
        </p:grpSpPr>
        <p:sp>
          <p:nvSpPr>
            <p:cNvPr id="79" name="Rectangle 78">
              <a:extLst>
                <a:ext uri="{FF2B5EF4-FFF2-40B4-BE49-F238E27FC236}">
                  <a16:creationId xmlns:a16="http://schemas.microsoft.com/office/drawing/2014/main" id="{586B1EB3-29D2-44FA-A600-946DFEC94C77}"/>
                </a:ext>
              </a:extLst>
            </p:cNvPr>
            <p:cNvSpPr/>
            <p:nvPr/>
          </p:nvSpPr>
          <p:spPr>
            <a:xfrm>
              <a:off x="1996682" y="1332591"/>
              <a:ext cx="8671318" cy="4138911"/>
            </a:xfrm>
            <a:prstGeom prst="rect">
              <a:avLst/>
            </a:prstGeom>
            <a:solidFill>
              <a:schemeClr val="tx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80" name="Group 79">
              <a:extLst>
                <a:ext uri="{FF2B5EF4-FFF2-40B4-BE49-F238E27FC236}">
                  <a16:creationId xmlns:a16="http://schemas.microsoft.com/office/drawing/2014/main" id="{13BC2D80-3C2E-4199-8BDA-4D22413DE084}"/>
                </a:ext>
              </a:extLst>
            </p:cNvPr>
            <p:cNvGrpSpPr/>
            <p:nvPr/>
          </p:nvGrpSpPr>
          <p:grpSpPr>
            <a:xfrm>
              <a:off x="2010192" y="1346833"/>
              <a:ext cx="8130793" cy="4375685"/>
              <a:chOff x="678094" y="2434975"/>
              <a:chExt cx="7870005" cy="3000054"/>
            </a:xfrm>
          </p:grpSpPr>
          <p:cxnSp>
            <p:nvCxnSpPr>
              <p:cNvPr id="121" name="Straight Connector 120">
                <a:extLst>
                  <a:ext uri="{FF2B5EF4-FFF2-40B4-BE49-F238E27FC236}">
                    <a16:creationId xmlns:a16="http://schemas.microsoft.com/office/drawing/2014/main" id="{B7AB7C71-6008-4F13-A0E7-7BBB4640799D}"/>
                  </a:ext>
                </a:extLst>
              </p:cNvPr>
              <p:cNvCxnSpPr/>
              <p:nvPr/>
            </p:nvCxnSpPr>
            <p:spPr>
              <a:xfrm>
                <a:off x="1333928"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64848373-7994-4942-BB18-1E581564F6D5}"/>
                  </a:ext>
                </a:extLst>
              </p:cNvPr>
              <p:cNvCxnSpPr/>
              <p:nvPr/>
            </p:nvCxnSpPr>
            <p:spPr>
              <a:xfrm>
                <a:off x="678094"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920DD63C-61BC-4E45-B9DB-F603568D56A3}"/>
                  </a:ext>
                </a:extLst>
              </p:cNvPr>
              <p:cNvCxnSpPr/>
              <p:nvPr/>
            </p:nvCxnSpPr>
            <p:spPr>
              <a:xfrm>
                <a:off x="2645596"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B81B31B1-9BDD-424E-9680-3C36CEDF5F74}"/>
                  </a:ext>
                </a:extLst>
              </p:cNvPr>
              <p:cNvCxnSpPr/>
              <p:nvPr/>
            </p:nvCxnSpPr>
            <p:spPr>
              <a:xfrm>
                <a:off x="1989762"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A354EC9A-42E4-4FA2-8249-C5A7BD8D5998}"/>
                  </a:ext>
                </a:extLst>
              </p:cNvPr>
              <p:cNvCxnSpPr/>
              <p:nvPr/>
            </p:nvCxnSpPr>
            <p:spPr>
              <a:xfrm>
                <a:off x="3957264"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F0F5FBA0-19E9-41D6-A1DB-759D12099BF8}"/>
                  </a:ext>
                </a:extLst>
              </p:cNvPr>
              <p:cNvCxnSpPr/>
              <p:nvPr/>
            </p:nvCxnSpPr>
            <p:spPr>
              <a:xfrm>
                <a:off x="3301430"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D0D45B51-76C9-4B16-907F-4BAD2F192E9C}"/>
                  </a:ext>
                </a:extLst>
              </p:cNvPr>
              <p:cNvCxnSpPr/>
              <p:nvPr/>
            </p:nvCxnSpPr>
            <p:spPr>
              <a:xfrm>
                <a:off x="5268932"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C9D02392-0457-4C57-9F3D-C4796B577CC7}"/>
                  </a:ext>
                </a:extLst>
              </p:cNvPr>
              <p:cNvCxnSpPr/>
              <p:nvPr/>
            </p:nvCxnSpPr>
            <p:spPr>
              <a:xfrm>
                <a:off x="4613098"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FFC27E78-2377-40B2-B9CF-87B26E85055C}"/>
                  </a:ext>
                </a:extLst>
              </p:cNvPr>
              <p:cNvCxnSpPr/>
              <p:nvPr/>
            </p:nvCxnSpPr>
            <p:spPr>
              <a:xfrm>
                <a:off x="8548099"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E8858267-5276-4405-B01D-A01B08A17D1B}"/>
                  </a:ext>
                </a:extLst>
              </p:cNvPr>
              <p:cNvCxnSpPr/>
              <p:nvPr/>
            </p:nvCxnSpPr>
            <p:spPr>
              <a:xfrm>
                <a:off x="7892268"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CD2F44F2-4092-4359-96DA-0EB25D33E309}"/>
                  </a:ext>
                </a:extLst>
              </p:cNvPr>
              <p:cNvCxnSpPr/>
              <p:nvPr/>
            </p:nvCxnSpPr>
            <p:spPr>
              <a:xfrm>
                <a:off x="5924766"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C266991E-EB2E-45F1-A307-D45C920FD8EC}"/>
                  </a:ext>
                </a:extLst>
              </p:cNvPr>
              <p:cNvCxnSpPr/>
              <p:nvPr/>
            </p:nvCxnSpPr>
            <p:spPr>
              <a:xfrm>
                <a:off x="6580600"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581A8A91-583D-4B32-8082-F21C273F325B}"/>
                  </a:ext>
                </a:extLst>
              </p:cNvPr>
              <p:cNvCxnSpPr/>
              <p:nvPr/>
            </p:nvCxnSpPr>
            <p:spPr>
              <a:xfrm>
                <a:off x="7236434" y="2434975"/>
                <a:ext cx="0" cy="3000054"/>
              </a:xfrm>
              <a:prstGeom prst="line">
                <a:avLst/>
              </a:prstGeom>
              <a:ln>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grpSp>
        <p:sp>
          <p:nvSpPr>
            <p:cNvPr id="81" name="TextBox 80">
              <a:extLst>
                <a:ext uri="{FF2B5EF4-FFF2-40B4-BE49-F238E27FC236}">
                  <a16:creationId xmlns:a16="http://schemas.microsoft.com/office/drawing/2014/main" id="{5673291A-B541-4A8A-AF92-3B2D2CC8E4D5}"/>
                </a:ext>
              </a:extLst>
            </p:cNvPr>
            <p:cNvSpPr txBox="1"/>
            <p:nvPr/>
          </p:nvSpPr>
          <p:spPr>
            <a:xfrm>
              <a:off x="2031423" y="5838693"/>
              <a:ext cx="573188" cy="517502"/>
            </a:xfrm>
            <a:prstGeom prst="rect">
              <a:avLst/>
            </a:prstGeom>
            <a:noFill/>
          </p:spPr>
          <p:txBody>
            <a:bodyPr wrap="none" lIns="0" tIns="0" rIns="0" bIns="0" rtlCol="0">
              <a:noAutofit/>
            </a:bodyPr>
            <a:lstStyle/>
            <a:p>
              <a:pPr>
                <a:lnSpc>
                  <a:spcPct val="90000"/>
                </a:lnSpc>
              </a:pPr>
              <a:r>
                <a:rPr lang="en-US" sz="1051" b="1" dirty="0"/>
                <a:t>FY14/</a:t>
              </a:r>
              <a:br>
                <a:rPr lang="en-US" sz="1051" b="1" dirty="0"/>
              </a:br>
              <a:r>
                <a:rPr lang="en-US" sz="1051" b="1" dirty="0"/>
                <a:t>prior year</a:t>
              </a:r>
            </a:p>
          </p:txBody>
        </p:sp>
        <p:sp>
          <p:nvSpPr>
            <p:cNvPr id="82" name="TextBox 81">
              <a:extLst>
                <a:ext uri="{FF2B5EF4-FFF2-40B4-BE49-F238E27FC236}">
                  <a16:creationId xmlns:a16="http://schemas.microsoft.com/office/drawing/2014/main" id="{82C7C499-BE27-4FFD-8998-D114EE6A4464}"/>
                </a:ext>
              </a:extLst>
            </p:cNvPr>
            <p:cNvSpPr txBox="1"/>
            <p:nvPr/>
          </p:nvSpPr>
          <p:spPr>
            <a:xfrm>
              <a:off x="2731987" y="5838693"/>
              <a:ext cx="573188" cy="517502"/>
            </a:xfrm>
            <a:prstGeom prst="rect">
              <a:avLst/>
            </a:prstGeom>
            <a:noFill/>
          </p:spPr>
          <p:txBody>
            <a:bodyPr wrap="none" lIns="0" tIns="0" rIns="0" bIns="0" rtlCol="0">
              <a:noAutofit/>
            </a:bodyPr>
            <a:lstStyle/>
            <a:p>
              <a:r>
                <a:rPr lang="en-US" sz="1051" b="1" dirty="0"/>
                <a:t>FY15</a:t>
              </a:r>
            </a:p>
          </p:txBody>
        </p:sp>
        <p:sp>
          <p:nvSpPr>
            <p:cNvPr id="83" name="TextBox 82">
              <a:extLst>
                <a:ext uri="{FF2B5EF4-FFF2-40B4-BE49-F238E27FC236}">
                  <a16:creationId xmlns:a16="http://schemas.microsoft.com/office/drawing/2014/main" id="{07D997B3-2E36-4EBD-A910-6CEE1A803F2C}"/>
                </a:ext>
              </a:extLst>
            </p:cNvPr>
            <p:cNvSpPr txBox="1"/>
            <p:nvPr/>
          </p:nvSpPr>
          <p:spPr>
            <a:xfrm>
              <a:off x="3368863" y="5838693"/>
              <a:ext cx="573188" cy="517502"/>
            </a:xfrm>
            <a:prstGeom prst="rect">
              <a:avLst/>
            </a:prstGeom>
            <a:noFill/>
          </p:spPr>
          <p:txBody>
            <a:bodyPr wrap="none" lIns="0" tIns="0" rIns="0" bIns="0" rtlCol="0">
              <a:noAutofit/>
            </a:bodyPr>
            <a:lstStyle/>
            <a:p>
              <a:r>
                <a:rPr lang="en-US" sz="1051" b="1" dirty="0"/>
                <a:t>FY16</a:t>
              </a:r>
            </a:p>
          </p:txBody>
        </p:sp>
        <p:sp>
          <p:nvSpPr>
            <p:cNvPr id="84" name="TextBox 83">
              <a:extLst>
                <a:ext uri="{FF2B5EF4-FFF2-40B4-BE49-F238E27FC236}">
                  <a16:creationId xmlns:a16="http://schemas.microsoft.com/office/drawing/2014/main" id="{9C4C91DE-C047-4542-A858-F89EA57FEA58}"/>
                </a:ext>
              </a:extLst>
            </p:cNvPr>
            <p:cNvSpPr txBox="1"/>
            <p:nvPr/>
          </p:nvSpPr>
          <p:spPr>
            <a:xfrm>
              <a:off x="4069428" y="5838693"/>
              <a:ext cx="573188" cy="517502"/>
            </a:xfrm>
            <a:prstGeom prst="rect">
              <a:avLst/>
            </a:prstGeom>
            <a:noFill/>
          </p:spPr>
          <p:txBody>
            <a:bodyPr wrap="none" lIns="0" tIns="0" rIns="0" bIns="0" rtlCol="0">
              <a:noAutofit/>
            </a:bodyPr>
            <a:lstStyle/>
            <a:p>
              <a:r>
                <a:rPr lang="en-US" sz="1051" b="1" dirty="0"/>
                <a:t>FY17</a:t>
              </a:r>
            </a:p>
          </p:txBody>
        </p:sp>
        <p:sp>
          <p:nvSpPr>
            <p:cNvPr id="85" name="TextBox 84">
              <a:extLst>
                <a:ext uri="{FF2B5EF4-FFF2-40B4-BE49-F238E27FC236}">
                  <a16:creationId xmlns:a16="http://schemas.microsoft.com/office/drawing/2014/main" id="{29AC6E65-4D60-430C-9E4F-419FCC759AFD}"/>
                </a:ext>
              </a:extLst>
            </p:cNvPr>
            <p:cNvSpPr txBox="1"/>
            <p:nvPr/>
          </p:nvSpPr>
          <p:spPr>
            <a:xfrm>
              <a:off x="4706304" y="5838693"/>
              <a:ext cx="573188" cy="517502"/>
            </a:xfrm>
            <a:prstGeom prst="rect">
              <a:avLst/>
            </a:prstGeom>
            <a:noFill/>
          </p:spPr>
          <p:txBody>
            <a:bodyPr wrap="none" lIns="0" tIns="0" rIns="0" bIns="0" rtlCol="0">
              <a:noAutofit/>
            </a:bodyPr>
            <a:lstStyle/>
            <a:p>
              <a:r>
                <a:rPr lang="en-US" sz="1051" b="1" dirty="0"/>
                <a:t>FY18</a:t>
              </a:r>
            </a:p>
          </p:txBody>
        </p:sp>
        <p:sp>
          <p:nvSpPr>
            <p:cNvPr id="86" name="TextBox 85">
              <a:extLst>
                <a:ext uri="{FF2B5EF4-FFF2-40B4-BE49-F238E27FC236}">
                  <a16:creationId xmlns:a16="http://schemas.microsoft.com/office/drawing/2014/main" id="{9424458D-AED7-426C-A0A6-48CFC7506156}"/>
                </a:ext>
              </a:extLst>
            </p:cNvPr>
            <p:cNvSpPr txBox="1"/>
            <p:nvPr/>
          </p:nvSpPr>
          <p:spPr>
            <a:xfrm>
              <a:off x="5385640" y="5838693"/>
              <a:ext cx="573188" cy="517502"/>
            </a:xfrm>
            <a:prstGeom prst="rect">
              <a:avLst/>
            </a:prstGeom>
            <a:noFill/>
          </p:spPr>
          <p:txBody>
            <a:bodyPr wrap="none" lIns="0" tIns="0" rIns="0" bIns="0" rtlCol="0">
              <a:noAutofit/>
            </a:bodyPr>
            <a:lstStyle/>
            <a:p>
              <a:r>
                <a:rPr lang="en-US" sz="1051" b="1" dirty="0"/>
                <a:t>FY19</a:t>
              </a:r>
            </a:p>
          </p:txBody>
        </p:sp>
        <p:sp>
          <p:nvSpPr>
            <p:cNvPr id="87" name="TextBox 86">
              <a:extLst>
                <a:ext uri="{FF2B5EF4-FFF2-40B4-BE49-F238E27FC236}">
                  <a16:creationId xmlns:a16="http://schemas.microsoft.com/office/drawing/2014/main" id="{7BE6FAD0-6389-48C2-88D5-8460EDE4B9E4}"/>
                </a:ext>
              </a:extLst>
            </p:cNvPr>
            <p:cNvSpPr txBox="1"/>
            <p:nvPr/>
          </p:nvSpPr>
          <p:spPr>
            <a:xfrm>
              <a:off x="6033131" y="5838693"/>
              <a:ext cx="573188" cy="517502"/>
            </a:xfrm>
            <a:prstGeom prst="rect">
              <a:avLst/>
            </a:prstGeom>
            <a:noFill/>
          </p:spPr>
          <p:txBody>
            <a:bodyPr wrap="none" lIns="0" tIns="0" rIns="0" bIns="0" rtlCol="0">
              <a:noAutofit/>
            </a:bodyPr>
            <a:lstStyle/>
            <a:p>
              <a:r>
                <a:rPr lang="en-US" sz="1051" b="1" dirty="0"/>
                <a:t>FY20</a:t>
              </a:r>
            </a:p>
          </p:txBody>
        </p:sp>
        <p:sp>
          <p:nvSpPr>
            <p:cNvPr id="88" name="TextBox 87">
              <a:extLst>
                <a:ext uri="{FF2B5EF4-FFF2-40B4-BE49-F238E27FC236}">
                  <a16:creationId xmlns:a16="http://schemas.microsoft.com/office/drawing/2014/main" id="{3760394A-67F5-4881-AB75-68FB7EDB8F90}"/>
                </a:ext>
              </a:extLst>
            </p:cNvPr>
            <p:cNvSpPr txBox="1"/>
            <p:nvPr/>
          </p:nvSpPr>
          <p:spPr>
            <a:xfrm>
              <a:off x="6754925" y="5838693"/>
              <a:ext cx="573188" cy="517502"/>
            </a:xfrm>
            <a:prstGeom prst="rect">
              <a:avLst/>
            </a:prstGeom>
            <a:noFill/>
          </p:spPr>
          <p:txBody>
            <a:bodyPr wrap="none" lIns="0" tIns="0" rIns="0" bIns="0" rtlCol="0">
              <a:noAutofit/>
            </a:bodyPr>
            <a:lstStyle/>
            <a:p>
              <a:r>
                <a:rPr lang="en-US" sz="1051" b="1" dirty="0"/>
                <a:t>FY21</a:t>
              </a:r>
            </a:p>
          </p:txBody>
        </p:sp>
        <p:sp>
          <p:nvSpPr>
            <p:cNvPr id="89" name="TextBox 88">
              <a:extLst>
                <a:ext uri="{FF2B5EF4-FFF2-40B4-BE49-F238E27FC236}">
                  <a16:creationId xmlns:a16="http://schemas.microsoft.com/office/drawing/2014/main" id="{EE26CDB2-CDF2-4CF0-9E4B-89F94CD3D738}"/>
                </a:ext>
              </a:extLst>
            </p:cNvPr>
            <p:cNvSpPr txBox="1"/>
            <p:nvPr/>
          </p:nvSpPr>
          <p:spPr>
            <a:xfrm>
              <a:off x="7391801" y="5838693"/>
              <a:ext cx="573188" cy="517502"/>
            </a:xfrm>
            <a:prstGeom prst="rect">
              <a:avLst/>
            </a:prstGeom>
            <a:noFill/>
          </p:spPr>
          <p:txBody>
            <a:bodyPr wrap="none" lIns="0" tIns="0" rIns="0" bIns="0" rtlCol="0">
              <a:noAutofit/>
            </a:bodyPr>
            <a:lstStyle/>
            <a:p>
              <a:r>
                <a:rPr lang="en-US" sz="1051" b="1" dirty="0"/>
                <a:t>FY22</a:t>
              </a:r>
            </a:p>
          </p:txBody>
        </p:sp>
        <p:sp>
          <p:nvSpPr>
            <p:cNvPr id="90" name="TextBox 89">
              <a:extLst>
                <a:ext uri="{FF2B5EF4-FFF2-40B4-BE49-F238E27FC236}">
                  <a16:creationId xmlns:a16="http://schemas.microsoft.com/office/drawing/2014/main" id="{A76FA678-031C-4C0D-BB6A-8DE310834D72}"/>
                </a:ext>
              </a:extLst>
            </p:cNvPr>
            <p:cNvSpPr txBox="1"/>
            <p:nvPr/>
          </p:nvSpPr>
          <p:spPr>
            <a:xfrm>
              <a:off x="8102980" y="5838693"/>
              <a:ext cx="573188" cy="517502"/>
            </a:xfrm>
            <a:prstGeom prst="rect">
              <a:avLst/>
            </a:prstGeom>
            <a:noFill/>
          </p:spPr>
          <p:txBody>
            <a:bodyPr wrap="none" lIns="0" tIns="0" rIns="0" bIns="0" rtlCol="0">
              <a:noAutofit/>
            </a:bodyPr>
            <a:lstStyle/>
            <a:p>
              <a:r>
                <a:rPr lang="en-US" sz="1051" b="1" dirty="0"/>
                <a:t>FY23</a:t>
              </a:r>
            </a:p>
          </p:txBody>
        </p:sp>
        <p:sp>
          <p:nvSpPr>
            <p:cNvPr id="91" name="TextBox 90">
              <a:extLst>
                <a:ext uri="{FF2B5EF4-FFF2-40B4-BE49-F238E27FC236}">
                  <a16:creationId xmlns:a16="http://schemas.microsoft.com/office/drawing/2014/main" id="{FA0CFB74-BB91-4717-B345-6033B9CE625E}"/>
                </a:ext>
              </a:extLst>
            </p:cNvPr>
            <p:cNvSpPr txBox="1"/>
            <p:nvPr/>
          </p:nvSpPr>
          <p:spPr>
            <a:xfrm>
              <a:off x="8739856" y="5838693"/>
              <a:ext cx="573188" cy="517502"/>
            </a:xfrm>
            <a:prstGeom prst="rect">
              <a:avLst/>
            </a:prstGeom>
            <a:noFill/>
          </p:spPr>
          <p:txBody>
            <a:bodyPr wrap="none" lIns="0" tIns="0" rIns="0" bIns="0" rtlCol="0">
              <a:noAutofit/>
            </a:bodyPr>
            <a:lstStyle/>
            <a:p>
              <a:r>
                <a:rPr lang="en-US" sz="1051" b="1" dirty="0"/>
                <a:t>FY24</a:t>
              </a:r>
            </a:p>
          </p:txBody>
        </p:sp>
        <p:sp>
          <p:nvSpPr>
            <p:cNvPr id="92" name="TextBox 91">
              <a:extLst>
                <a:ext uri="{FF2B5EF4-FFF2-40B4-BE49-F238E27FC236}">
                  <a16:creationId xmlns:a16="http://schemas.microsoft.com/office/drawing/2014/main" id="{F9E4BF3D-52A5-4684-B7DD-4BA99AF5F025}"/>
                </a:ext>
              </a:extLst>
            </p:cNvPr>
            <p:cNvSpPr txBox="1"/>
            <p:nvPr/>
          </p:nvSpPr>
          <p:spPr>
            <a:xfrm>
              <a:off x="9461650" y="5838693"/>
              <a:ext cx="573188" cy="517502"/>
            </a:xfrm>
            <a:prstGeom prst="rect">
              <a:avLst/>
            </a:prstGeom>
            <a:noFill/>
          </p:spPr>
          <p:txBody>
            <a:bodyPr wrap="none" lIns="0" tIns="0" rIns="0" bIns="0" rtlCol="0">
              <a:noAutofit/>
            </a:bodyPr>
            <a:lstStyle/>
            <a:p>
              <a:r>
                <a:rPr lang="en-US" sz="1051" b="1" dirty="0"/>
                <a:t>FY25</a:t>
              </a:r>
            </a:p>
          </p:txBody>
        </p:sp>
        <p:sp>
          <p:nvSpPr>
            <p:cNvPr id="93" name="TextBox 92">
              <a:extLst>
                <a:ext uri="{FF2B5EF4-FFF2-40B4-BE49-F238E27FC236}">
                  <a16:creationId xmlns:a16="http://schemas.microsoft.com/office/drawing/2014/main" id="{E71B229C-C822-4776-BFCB-E1A14D255DA0}"/>
                </a:ext>
              </a:extLst>
            </p:cNvPr>
            <p:cNvSpPr txBox="1"/>
            <p:nvPr/>
          </p:nvSpPr>
          <p:spPr>
            <a:xfrm>
              <a:off x="10098527" y="5838693"/>
              <a:ext cx="573188" cy="517502"/>
            </a:xfrm>
            <a:prstGeom prst="rect">
              <a:avLst/>
            </a:prstGeom>
            <a:noFill/>
          </p:spPr>
          <p:txBody>
            <a:bodyPr wrap="none" lIns="0" tIns="0" rIns="0" bIns="0" rtlCol="0">
              <a:noAutofit/>
            </a:bodyPr>
            <a:lstStyle/>
            <a:p>
              <a:r>
                <a:rPr lang="en-US" sz="1051" b="1" dirty="0"/>
                <a:t>FY26</a:t>
              </a:r>
            </a:p>
          </p:txBody>
        </p:sp>
        <p:sp>
          <p:nvSpPr>
            <p:cNvPr id="94" name="Oval 93">
              <a:extLst>
                <a:ext uri="{FF2B5EF4-FFF2-40B4-BE49-F238E27FC236}">
                  <a16:creationId xmlns:a16="http://schemas.microsoft.com/office/drawing/2014/main" id="{87B0F604-4851-485C-80E9-6A394C17418E}"/>
                </a:ext>
              </a:extLst>
            </p:cNvPr>
            <p:cNvSpPr/>
            <p:nvPr/>
          </p:nvSpPr>
          <p:spPr>
            <a:xfrm>
              <a:off x="1850973" y="1036463"/>
              <a:ext cx="1122495" cy="1116853"/>
            </a:xfrm>
            <a:prstGeom prst="ellipse">
              <a:avLst/>
            </a:prstGeom>
            <a:solidFill>
              <a:schemeClr val="bg1">
                <a:lumMod val="95000"/>
              </a:schemeClr>
            </a:solidFill>
            <a:ln w="22225">
              <a:solidFill>
                <a:schemeClr val="accent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51" b="1" dirty="0">
                  <a:solidFill>
                    <a:schemeClr val="tx1"/>
                  </a:solidFill>
                </a:rPr>
                <a:t>CD-1</a:t>
              </a:r>
              <a:endParaRPr lang="en-US" sz="900" b="1" dirty="0">
                <a:solidFill>
                  <a:schemeClr val="tx1"/>
                </a:solidFill>
              </a:endParaRPr>
            </a:p>
            <a:p>
              <a:pPr algn="ctr"/>
              <a:r>
                <a:rPr lang="en-US" sz="900" dirty="0">
                  <a:solidFill>
                    <a:schemeClr val="tx1"/>
                  </a:solidFill>
                </a:rPr>
                <a:t>Approve Alternative Selection &amp; Cost Storage</a:t>
              </a:r>
            </a:p>
          </p:txBody>
        </p:sp>
        <p:cxnSp>
          <p:nvCxnSpPr>
            <p:cNvPr id="95" name="Elbow Connector 25">
              <a:extLst>
                <a:ext uri="{FF2B5EF4-FFF2-40B4-BE49-F238E27FC236}">
                  <a16:creationId xmlns:a16="http://schemas.microsoft.com/office/drawing/2014/main" id="{49B93D1B-AB00-48B7-9201-D5BF2B782BE3}"/>
                </a:ext>
              </a:extLst>
            </p:cNvPr>
            <p:cNvCxnSpPr/>
            <p:nvPr/>
          </p:nvCxnSpPr>
          <p:spPr>
            <a:xfrm>
              <a:off x="2973468" y="1594890"/>
              <a:ext cx="605612" cy="3158166"/>
            </a:xfrm>
            <a:prstGeom prst="bentConnector2">
              <a:avLst/>
            </a:prstGeom>
            <a:ln w="22225">
              <a:solidFill>
                <a:schemeClr val="accent6"/>
              </a:solidFill>
              <a:tailEnd type="oval" w="lg" len="lg"/>
            </a:ln>
            <a:effectLst/>
          </p:spPr>
          <p:style>
            <a:lnRef idx="2">
              <a:schemeClr val="accent1"/>
            </a:lnRef>
            <a:fillRef idx="0">
              <a:schemeClr val="accent1"/>
            </a:fillRef>
            <a:effectRef idx="1">
              <a:schemeClr val="accent1"/>
            </a:effectRef>
            <a:fontRef idx="minor">
              <a:schemeClr val="tx1"/>
            </a:fontRef>
          </p:style>
        </p:cxnSp>
        <p:sp>
          <p:nvSpPr>
            <p:cNvPr id="96" name="Oval 95">
              <a:extLst>
                <a:ext uri="{FF2B5EF4-FFF2-40B4-BE49-F238E27FC236}">
                  <a16:creationId xmlns:a16="http://schemas.microsoft.com/office/drawing/2014/main" id="{1246B486-74B2-4606-ADB4-E17C39F8C016}"/>
                </a:ext>
              </a:extLst>
            </p:cNvPr>
            <p:cNvSpPr/>
            <p:nvPr/>
          </p:nvSpPr>
          <p:spPr>
            <a:xfrm>
              <a:off x="3670396" y="1036464"/>
              <a:ext cx="1122495" cy="1116853"/>
            </a:xfrm>
            <a:prstGeom prst="ellipse">
              <a:avLst/>
            </a:prstGeom>
            <a:solidFill>
              <a:schemeClr val="bg1">
                <a:lumMod val="95000"/>
              </a:schemeClr>
            </a:solidFill>
            <a:ln w="22225">
              <a:solidFill>
                <a:schemeClr val="accent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51" b="1" dirty="0">
                  <a:solidFill>
                    <a:schemeClr val="tx1"/>
                  </a:solidFill>
                </a:rPr>
                <a:t>CD-3B</a:t>
              </a:r>
              <a:endParaRPr lang="en-US" sz="900" b="1" dirty="0">
                <a:solidFill>
                  <a:schemeClr val="tx1"/>
                </a:solidFill>
              </a:endParaRPr>
            </a:p>
            <a:p>
              <a:pPr algn="ctr"/>
              <a:r>
                <a:rPr lang="en-US" sz="900" dirty="0">
                  <a:solidFill>
                    <a:schemeClr val="tx1"/>
                  </a:solidFill>
                </a:rPr>
                <a:t>Approve </a:t>
              </a:r>
              <a:br>
                <a:rPr lang="en-US" sz="900" dirty="0">
                  <a:solidFill>
                    <a:schemeClr val="tx1"/>
                  </a:solidFill>
                </a:rPr>
              </a:br>
              <a:r>
                <a:rPr lang="en-US" sz="900" dirty="0">
                  <a:solidFill>
                    <a:schemeClr val="tx1"/>
                  </a:solidFill>
                </a:rPr>
                <a:t>Long Lead Procurements</a:t>
              </a:r>
            </a:p>
          </p:txBody>
        </p:sp>
        <p:cxnSp>
          <p:nvCxnSpPr>
            <p:cNvPr id="97" name="Elbow Connector 27">
              <a:extLst>
                <a:ext uri="{FF2B5EF4-FFF2-40B4-BE49-F238E27FC236}">
                  <a16:creationId xmlns:a16="http://schemas.microsoft.com/office/drawing/2014/main" id="{E3987CCE-8C86-4C13-B34C-2BA5198D6096}"/>
                </a:ext>
              </a:extLst>
            </p:cNvPr>
            <p:cNvCxnSpPr/>
            <p:nvPr/>
          </p:nvCxnSpPr>
          <p:spPr>
            <a:xfrm rot="16200000" flipH="1">
              <a:off x="2931775" y="3453185"/>
              <a:ext cx="2599738" cy="1"/>
            </a:xfrm>
            <a:prstGeom prst="bentConnector3">
              <a:avLst>
                <a:gd name="adj1" fmla="val 50000"/>
              </a:avLst>
            </a:prstGeom>
            <a:ln w="22225">
              <a:solidFill>
                <a:schemeClr val="accent6"/>
              </a:solidFill>
              <a:tailEnd type="oval" w="lg" len="lg"/>
            </a:ln>
            <a:effectLst/>
          </p:spPr>
          <p:style>
            <a:lnRef idx="2">
              <a:schemeClr val="accent1"/>
            </a:lnRef>
            <a:fillRef idx="0">
              <a:schemeClr val="accent1"/>
            </a:fillRef>
            <a:effectRef idx="1">
              <a:schemeClr val="accent1"/>
            </a:effectRef>
            <a:fontRef idx="minor">
              <a:schemeClr val="tx1"/>
            </a:fontRef>
          </p:style>
        </p:cxnSp>
        <p:sp>
          <p:nvSpPr>
            <p:cNvPr id="98" name="Oval 97">
              <a:extLst>
                <a:ext uri="{FF2B5EF4-FFF2-40B4-BE49-F238E27FC236}">
                  <a16:creationId xmlns:a16="http://schemas.microsoft.com/office/drawing/2014/main" id="{13527F3E-A8A5-4AC3-ABE3-0352F11C60C6}"/>
                </a:ext>
              </a:extLst>
            </p:cNvPr>
            <p:cNvSpPr/>
            <p:nvPr/>
          </p:nvSpPr>
          <p:spPr>
            <a:xfrm>
              <a:off x="5500234" y="1036463"/>
              <a:ext cx="1122495" cy="1116853"/>
            </a:xfrm>
            <a:prstGeom prst="ellipse">
              <a:avLst/>
            </a:prstGeom>
            <a:solidFill>
              <a:schemeClr val="bg1">
                <a:lumMod val="95000"/>
              </a:schemeClr>
            </a:solidFill>
            <a:ln w="22225">
              <a:solidFill>
                <a:schemeClr val="accent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51" b="1" dirty="0">
                  <a:solidFill>
                    <a:schemeClr val="tx1"/>
                  </a:solidFill>
                </a:rPr>
                <a:t>CD-2</a:t>
              </a:r>
              <a:endParaRPr lang="en-US" sz="900" b="1" dirty="0">
                <a:solidFill>
                  <a:schemeClr val="tx1"/>
                </a:solidFill>
              </a:endParaRPr>
            </a:p>
            <a:p>
              <a:pPr algn="ctr"/>
              <a:r>
                <a:rPr lang="en-US" sz="900" dirty="0">
                  <a:solidFill>
                    <a:schemeClr val="tx1"/>
                  </a:solidFill>
                </a:rPr>
                <a:t>Approve Performance Baseline</a:t>
              </a:r>
            </a:p>
          </p:txBody>
        </p:sp>
        <p:cxnSp>
          <p:nvCxnSpPr>
            <p:cNvPr id="99" name="Elbow Connector 29">
              <a:extLst>
                <a:ext uri="{FF2B5EF4-FFF2-40B4-BE49-F238E27FC236}">
                  <a16:creationId xmlns:a16="http://schemas.microsoft.com/office/drawing/2014/main" id="{ED6A748C-BF2C-4CC2-A60D-ED5F81ADB018}"/>
                </a:ext>
              </a:extLst>
            </p:cNvPr>
            <p:cNvCxnSpPr/>
            <p:nvPr/>
          </p:nvCxnSpPr>
          <p:spPr>
            <a:xfrm rot="10800000" flipV="1">
              <a:off x="5496634" y="1526663"/>
              <a:ext cx="3600" cy="3226392"/>
            </a:xfrm>
            <a:prstGeom prst="bentConnector2">
              <a:avLst/>
            </a:prstGeom>
            <a:ln w="22225">
              <a:solidFill>
                <a:schemeClr val="accent6"/>
              </a:solidFill>
              <a:tailEnd type="oval" w="lg" len="lg"/>
            </a:ln>
            <a:effectLst/>
          </p:spPr>
          <p:style>
            <a:lnRef idx="2">
              <a:schemeClr val="accent1"/>
            </a:lnRef>
            <a:fillRef idx="0">
              <a:schemeClr val="accent1"/>
            </a:fillRef>
            <a:effectRef idx="1">
              <a:schemeClr val="accent1"/>
            </a:effectRef>
            <a:fontRef idx="minor">
              <a:schemeClr val="tx1"/>
            </a:fontRef>
          </p:style>
        </p:cxnSp>
        <p:sp>
          <p:nvSpPr>
            <p:cNvPr id="100" name="Oval 99">
              <a:extLst>
                <a:ext uri="{FF2B5EF4-FFF2-40B4-BE49-F238E27FC236}">
                  <a16:creationId xmlns:a16="http://schemas.microsoft.com/office/drawing/2014/main" id="{CAC45688-06D6-45EE-980E-6EF0FA215DAD}"/>
                </a:ext>
              </a:extLst>
            </p:cNvPr>
            <p:cNvSpPr/>
            <p:nvPr/>
          </p:nvSpPr>
          <p:spPr>
            <a:xfrm>
              <a:off x="6740671" y="1036463"/>
              <a:ext cx="1122495" cy="1116853"/>
            </a:xfrm>
            <a:prstGeom prst="ellipse">
              <a:avLst/>
            </a:prstGeom>
            <a:solidFill>
              <a:schemeClr val="bg1">
                <a:lumMod val="95000"/>
              </a:schemeClr>
            </a:solidFill>
            <a:ln w="22225">
              <a:solidFill>
                <a:schemeClr val="accent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51" b="1" dirty="0">
                  <a:solidFill>
                    <a:schemeClr val="tx1"/>
                  </a:solidFill>
                </a:rPr>
                <a:t>CD-3</a:t>
              </a:r>
              <a:endParaRPr lang="en-US" sz="900" b="1" dirty="0">
                <a:solidFill>
                  <a:schemeClr val="tx1"/>
                </a:solidFill>
              </a:endParaRPr>
            </a:p>
            <a:p>
              <a:pPr algn="ctr"/>
              <a:r>
                <a:rPr lang="en-US" sz="900" dirty="0">
                  <a:solidFill>
                    <a:schemeClr val="tx1"/>
                  </a:solidFill>
                </a:rPr>
                <a:t>Approve </a:t>
              </a:r>
              <a:br>
                <a:rPr lang="en-US" sz="900" dirty="0">
                  <a:solidFill>
                    <a:schemeClr val="tx1"/>
                  </a:solidFill>
                </a:rPr>
              </a:br>
              <a:r>
                <a:rPr lang="en-US" sz="900" dirty="0">
                  <a:solidFill>
                    <a:schemeClr val="tx1"/>
                  </a:solidFill>
                </a:rPr>
                <a:t>Start of Fabrication</a:t>
              </a:r>
            </a:p>
          </p:txBody>
        </p:sp>
        <p:cxnSp>
          <p:nvCxnSpPr>
            <p:cNvPr id="101" name="Elbow Connector 31">
              <a:extLst>
                <a:ext uri="{FF2B5EF4-FFF2-40B4-BE49-F238E27FC236}">
                  <a16:creationId xmlns:a16="http://schemas.microsoft.com/office/drawing/2014/main" id="{793AD90F-7348-46BB-AA30-D6A4DAC47EBC}"/>
                </a:ext>
              </a:extLst>
            </p:cNvPr>
            <p:cNvCxnSpPr/>
            <p:nvPr/>
          </p:nvCxnSpPr>
          <p:spPr>
            <a:xfrm rot="5400000">
              <a:off x="5367657" y="2818792"/>
              <a:ext cx="2599737" cy="1268788"/>
            </a:xfrm>
            <a:prstGeom prst="bentConnector3">
              <a:avLst>
                <a:gd name="adj1" fmla="val 15526"/>
              </a:avLst>
            </a:prstGeom>
            <a:ln w="22225">
              <a:solidFill>
                <a:schemeClr val="accent6"/>
              </a:solidFill>
              <a:tailEnd type="oval" w="lg" len="lg"/>
            </a:ln>
            <a:effectLst/>
          </p:spPr>
          <p:style>
            <a:lnRef idx="2">
              <a:schemeClr val="accent1"/>
            </a:lnRef>
            <a:fillRef idx="0">
              <a:schemeClr val="accent1"/>
            </a:fillRef>
            <a:effectRef idx="1">
              <a:schemeClr val="accent1"/>
            </a:effectRef>
            <a:fontRef idx="minor">
              <a:schemeClr val="tx1"/>
            </a:fontRef>
          </p:style>
        </p:cxnSp>
        <p:sp>
          <p:nvSpPr>
            <p:cNvPr id="102" name="Oval 101">
              <a:extLst>
                <a:ext uri="{FF2B5EF4-FFF2-40B4-BE49-F238E27FC236}">
                  <a16:creationId xmlns:a16="http://schemas.microsoft.com/office/drawing/2014/main" id="{7FD89A1D-8BF8-435D-BAD5-64046753D591}"/>
                </a:ext>
              </a:extLst>
            </p:cNvPr>
            <p:cNvSpPr/>
            <p:nvPr/>
          </p:nvSpPr>
          <p:spPr>
            <a:xfrm>
              <a:off x="8826022" y="1036463"/>
              <a:ext cx="1122495" cy="1116853"/>
            </a:xfrm>
            <a:prstGeom prst="ellipse">
              <a:avLst/>
            </a:prstGeom>
            <a:solidFill>
              <a:schemeClr val="bg1">
                <a:lumMod val="95000"/>
              </a:schemeClr>
            </a:solidFill>
            <a:ln w="22225">
              <a:solidFill>
                <a:schemeClr val="accent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51" b="1" dirty="0">
                  <a:solidFill>
                    <a:schemeClr val="tx1"/>
                  </a:solidFill>
                </a:rPr>
                <a:t>CD-4</a:t>
              </a:r>
              <a:endParaRPr lang="en-US" sz="900" b="1" dirty="0">
                <a:solidFill>
                  <a:schemeClr val="tx1"/>
                </a:solidFill>
              </a:endParaRPr>
            </a:p>
            <a:p>
              <a:pPr algn="ctr"/>
              <a:r>
                <a:rPr lang="en-US" sz="900" dirty="0">
                  <a:solidFill>
                    <a:schemeClr val="tx1"/>
                  </a:solidFill>
                </a:rPr>
                <a:t>Approve Start of Operations Project Completion</a:t>
              </a:r>
            </a:p>
          </p:txBody>
        </p:sp>
        <p:cxnSp>
          <p:nvCxnSpPr>
            <p:cNvPr id="103" name="Elbow Connector 33">
              <a:extLst>
                <a:ext uri="{FF2B5EF4-FFF2-40B4-BE49-F238E27FC236}">
                  <a16:creationId xmlns:a16="http://schemas.microsoft.com/office/drawing/2014/main" id="{956B9444-89E3-4AF6-8569-56628F34B83A}"/>
                </a:ext>
              </a:extLst>
            </p:cNvPr>
            <p:cNvCxnSpPr>
              <a:stCxn id="102" idx="6"/>
            </p:cNvCxnSpPr>
            <p:nvPr/>
          </p:nvCxnSpPr>
          <p:spPr>
            <a:xfrm>
              <a:off x="9948517" y="1594890"/>
              <a:ext cx="546359" cy="3220307"/>
            </a:xfrm>
            <a:prstGeom prst="bentConnector2">
              <a:avLst/>
            </a:prstGeom>
            <a:ln w="22225">
              <a:solidFill>
                <a:schemeClr val="accent6"/>
              </a:solidFill>
              <a:tailEnd type="oval" w="lg" len="lg"/>
            </a:ln>
            <a:effectLst/>
          </p:spPr>
          <p:style>
            <a:lnRef idx="2">
              <a:schemeClr val="accent1"/>
            </a:lnRef>
            <a:fillRef idx="0">
              <a:schemeClr val="accent1"/>
            </a:fillRef>
            <a:effectRef idx="1">
              <a:schemeClr val="accent1"/>
            </a:effectRef>
            <a:fontRef idx="minor">
              <a:schemeClr val="tx1"/>
            </a:fontRef>
          </p:style>
        </p:cxnSp>
        <p:sp>
          <p:nvSpPr>
            <p:cNvPr id="104" name="Right Arrow 34">
              <a:extLst>
                <a:ext uri="{FF2B5EF4-FFF2-40B4-BE49-F238E27FC236}">
                  <a16:creationId xmlns:a16="http://schemas.microsoft.com/office/drawing/2014/main" id="{7D0D0D1A-E4A4-4002-8F5C-58D5DF9C075C}"/>
                </a:ext>
              </a:extLst>
            </p:cNvPr>
            <p:cNvSpPr/>
            <p:nvPr/>
          </p:nvSpPr>
          <p:spPr>
            <a:xfrm>
              <a:off x="2026297" y="4792157"/>
              <a:ext cx="8502303" cy="767087"/>
            </a:xfrm>
            <a:prstGeom prst="rightArrow">
              <a:avLst/>
            </a:prstGeom>
            <a:solidFill>
              <a:schemeClr val="tx2">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5" name="Rectangle 104">
              <a:extLst>
                <a:ext uri="{FF2B5EF4-FFF2-40B4-BE49-F238E27FC236}">
                  <a16:creationId xmlns:a16="http://schemas.microsoft.com/office/drawing/2014/main" id="{A1FBC524-11DA-4F82-AF4E-685A0A18EAB1}"/>
                </a:ext>
              </a:extLst>
            </p:cNvPr>
            <p:cNvSpPr/>
            <p:nvPr/>
          </p:nvSpPr>
          <p:spPr>
            <a:xfrm>
              <a:off x="8978326" y="4989184"/>
              <a:ext cx="1167028" cy="354888"/>
            </a:xfrm>
            <a:prstGeom prst="rect">
              <a:avLst/>
            </a:prstGeom>
            <a:pattFill prst="dkDnDiag">
              <a:fgClr>
                <a:schemeClr val="tx2"/>
              </a:fgClr>
              <a:bgClr>
                <a:schemeClr val="tx2">
                  <a:lumMod val="60000"/>
                  <a:lumOff val="40000"/>
                </a:schemeClr>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6" name="TextBox 105">
              <a:extLst>
                <a:ext uri="{FF2B5EF4-FFF2-40B4-BE49-F238E27FC236}">
                  <a16:creationId xmlns:a16="http://schemas.microsoft.com/office/drawing/2014/main" id="{3C2D215F-9EEF-4C96-BBD3-897CA17FEDD9}"/>
                </a:ext>
              </a:extLst>
            </p:cNvPr>
            <p:cNvSpPr txBox="1"/>
            <p:nvPr/>
          </p:nvSpPr>
          <p:spPr>
            <a:xfrm>
              <a:off x="8893442" y="4986670"/>
              <a:ext cx="1312561" cy="179676"/>
            </a:xfrm>
            <a:prstGeom prst="rect">
              <a:avLst/>
            </a:prstGeom>
            <a:noFill/>
          </p:spPr>
          <p:txBody>
            <a:bodyPr wrap="none" lIns="0" tIns="0" rIns="0" bIns="0" rtlCol="0" anchor="t">
              <a:noAutofit/>
            </a:bodyPr>
            <a:lstStyle/>
            <a:p>
              <a:pPr algn="ctr">
                <a:lnSpc>
                  <a:spcPts val="1400"/>
                </a:lnSpc>
              </a:pPr>
              <a:r>
                <a:rPr lang="en-US" sz="1200" b="1" dirty="0">
                  <a:solidFill>
                    <a:schemeClr val="bg1"/>
                  </a:solidFill>
                </a:rPr>
                <a:t>Schedule</a:t>
              </a:r>
            </a:p>
            <a:p>
              <a:pPr algn="ctr">
                <a:lnSpc>
                  <a:spcPts val="1400"/>
                </a:lnSpc>
              </a:pPr>
              <a:r>
                <a:rPr lang="en-US" sz="1200" b="1" dirty="0">
                  <a:solidFill>
                    <a:schemeClr val="bg1"/>
                  </a:solidFill>
                </a:rPr>
                <a:t>Contingency</a:t>
              </a:r>
            </a:p>
          </p:txBody>
        </p:sp>
        <p:sp>
          <p:nvSpPr>
            <p:cNvPr id="107" name="Right Arrow 37">
              <a:extLst>
                <a:ext uri="{FF2B5EF4-FFF2-40B4-BE49-F238E27FC236}">
                  <a16:creationId xmlns:a16="http://schemas.microsoft.com/office/drawing/2014/main" id="{4F68E1FA-5B9A-4CC3-A1F1-6FF1FCD33598}"/>
                </a:ext>
              </a:extLst>
            </p:cNvPr>
            <p:cNvSpPr/>
            <p:nvPr/>
          </p:nvSpPr>
          <p:spPr>
            <a:xfrm>
              <a:off x="2014635" y="3032517"/>
              <a:ext cx="2683085" cy="346511"/>
            </a:xfrm>
            <a:prstGeom prst="rightArrow">
              <a:avLst>
                <a:gd name="adj1" fmla="val 70895"/>
                <a:gd name="adj2" fmla="val 50537"/>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8" name="TextBox 107">
              <a:extLst>
                <a:ext uri="{FF2B5EF4-FFF2-40B4-BE49-F238E27FC236}">
                  <a16:creationId xmlns:a16="http://schemas.microsoft.com/office/drawing/2014/main" id="{66D7B6E5-C49D-43C8-B150-FFFE7CA88F34}"/>
                </a:ext>
              </a:extLst>
            </p:cNvPr>
            <p:cNvSpPr txBox="1"/>
            <p:nvPr/>
          </p:nvSpPr>
          <p:spPr>
            <a:xfrm>
              <a:off x="2092429" y="3113666"/>
              <a:ext cx="1781257" cy="201747"/>
            </a:xfrm>
            <a:prstGeom prst="rect">
              <a:avLst/>
            </a:prstGeom>
            <a:noFill/>
          </p:spPr>
          <p:txBody>
            <a:bodyPr wrap="none" lIns="0" tIns="0" rIns="0" bIns="0" rtlCol="0">
              <a:noAutofit/>
            </a:bodyPr>
            <a:lstStyle/>
            <a:p>
              <a:r>
                <a:rPr lang="en-US" sz="1051" b="1" dirty="0">
                  <a:solidFill>
                    <a:schemeClr val="bg1"/>
                  </a:solidFill>
                </a:rPr>
                <a:t>Research &amp; Development</a:t>
              </a:r>
            </a:p>
          </p:txBody>
        </p:sp>
        <p:sp>
          <p:nvSpPr>
            <p:cNvPr id="109" name="Right Arrow 39">
              <a:extLst>
                <a:ext uri="{FF2B5EF4-FFF2-40B4-BE49-F238E27FC236}">
                  <a16:creationId xmlns:a16="http://schemas.microsoft.com/office/drawing/2014/main" id="{408ECF8F-0356-4D43-A82E-036DB3E7C1AD}"/>
                </a:ext>
              </a:extLst>
            </p:cNvPr>
            <p:cNvSpPr/>
            <p:nvPr/>
          </p:nvSpPr>
          <p:spPr>
            <a:xfrm>
              <a:off x="2014635" y="3370323"/>
              <a:ext cx="1557608" cy="290110"/>
            </a:xfrm>
            <a:prstGeom prst="rightArrow">
              <a:avLst>
                <a:gd name="adj1" fmla="val 70895"/>
                <a:gd name="adj2" fmla="val 50537"/>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0" name="TextBox 109">
              <a:extLst>
                <a:ext uri="{FF2B5EF4-FFF2-40B4-BE49-F238E27FC236}">
                  <a16:creationId xmlns:a16="http://schemas.microsoft.com/office/drawing/2014/main" id="{B6E95765-C1D3-4CB1-AF2B-B44B03971686}"/>
                </a:ext>
              </a:extLst>
            </p:cNvPr>
            <p:cNvSpPr txBox="1"/>
            <p:nvPr/>
          </p:nvSpPr>
          <p:spPr>
            <a:xfrm>
              <a:off x="2092429" y="3381003"/>
              <a:ext cx="1380679" cy="201747"/>
            </a:xfrm>
            <a:prstGeom prst="rect">
              <a:avLst/>
            </a:prstGeom>
            <a:noFill/>
          </p:spPr>
          <p:txBody>
            <a:bodyPr wrap="none" lIns="0" tIns="0" rIns="0" bIns="0" rtlCol="0">
              <a:noAutofit/>
            </a:bodyPr>
            <a:lstStyle/>
            <a:p>
              <a:r>
                <a:rPr lang="en-US" sz="1051" b="1" dirty="0">
                  <a:solidFill>
                    <a:schemeClr val="bg1"/>
                  </a:solidFill>
                </a:rPr>
                <a:t>Conceptual Design</a:t>
              </a:r>
            </a:p>
          </p:txBody>
        </p:sp>
        <p:sp>
          <p:nvSpPr>
            <p:cNvPr id="111" name="Right Arrow 41">
              <a:extLst>
                <a:ext uri="{FF2B5EF4-FFF2-40B4-BE49-F238E27FC236}">
                  <a16:creationId xmlns:a16="http://schemas.microsoft.com/office/drawing/2014/main" id="{703DAFDD-7D0E-4D83-A4FA-C0320BD8F4FB}"/>
                </a:ext>
              </a:extLst>
            </p:cNvPr>
            <p:cNvSpPr/>
            <p:nvPr/>
          </p:nvSpPr>
          <p:spPr>
            <a:xfrm>
              <a:off x="3081797" y="3660432"/>
              <a:ext cx="1831689" cy="290110"/>
            </a:xfrm>
            <a:prstGeom prst="rightArrow">
              <a:avLst>
                <a:gd name="adj1" fmla="val 70895"/>
                <a:gd name="adj2" fmla="val 50537"/>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2" name="TextBox 111">
              <a:extLst>
                <a:ext uri="{FF2B5EF4-FFF2-40B4-BE49-F238E27FC236}">
                  <a16:creationId xmlns:a16="http://schemas.microsoft.com/office/drawing/2014/main" id="{9AA456FD-7481-401D-BE0C-CA04705B31DB}"/>
                </a:ext>
              </a:extLst>
            </p:cNvPr>
            <p:cNvSpPr txBox="1"/>
            <p:nvPr/>
          </p:nvSpPr>
          <p:spPr>
            <a:xfrm>
              <a:off x="3159591" y="3713317"/>
              <a:ext cx="1380679" cy="201747"/>
            </a:xfrm>
            <a:prstGeom prst="rect">
              <a:avLst/>
            </a:prstGeom>
            <a:noFill/>
          </p:spPr>
          <p:txBody>
            <a:bodyPr wrap="none" lIns="0" tIns="0" rIns="0" bIns="0" rtlCol="0">
              <a:noAutofit/>
            </a:bodyPr>
            <a:lstStyle/>
            <a:p>
              <a:r>
                <a:rPr lang="en-US" sz="1051" b="1" dirty="0">
                  <a:solidFill>
                    <a:schemeClr val="bg1"/>
                  </a:solidFill>
                </a:rPr>
                <a:t>Preliminary Design</a:t>
              </a:r>
            </a:p>
          </p:txBody>
        </p:sp>
        <p:sp>
          <p:nvSpPr>
            <p:cNvPr id="113" name="Right Arrow 43">
              <a:extLst>
                <a:ext uri="{FF2B5EF4-FFF2-40B4-BE49-F238E27FC236}">
                  <a16:creationId xmlns:a16="http://schemas.microsoft.com/office/drawing/2014/main" id="{81B6CA0F-BB17-4226-8D59-AF94C8930F85}"/>
                </a:ext>
              </a:extLst>
            </p:cNvPr>
            <p:cNvSpPr/>
            <p:nvPr/>
          </p:nvSpPr>
          <p:spPr>
            <a:xfrm>
              <a:off x="3845722" y="3944739"/>
              <a:ext cx="2187408" cy="290110"/>
            </a:xfrm>
            <a:prstGeom prst="rightArrow">
              <a:avLst>
                <a:gd name="adj1" fmla="val 70895"/>
                <a:gd name="adj2" fmla="val 50537"/>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4" name="TextBox 113">
              <a:extLst>
                <a:ext uri="{FF2B5EF4-FFF2-40B4-BE49-F238E27FC236}">
                  <a16:creationId xmlns:a16="http://schemas.microsoft.com/office/drawing/2014/main" id="{23EAB9E8-2893-44FF-8EC1-2AF2528CF6F7}"/>
                </a:ext>
              </a:extLst>
            </p:cNvPr>
            <p:cNvSpPr txBox="1"/>
            <p:nvPr/>
          </p:nvSpPr>
          <p:spPr>
            <a:xfrm>
              <a:off x="3923516" y="3997624"/>
              <a:ext cx="1380679" cy="201747"/>
            </a:xfrm>
            <a:prstGeom prst="rect">
              <a:avLst/>
            </a:prstGeom>
            <a:noFill/>
          </p:spPr>
          <p:txBody>
            <a:bodyPr wrap="none" lIns="0" tIns="0" rIns="0" bIns="0" rtlCol="0">
              <a:noAutofit/>
            </a:bodyPr>
            <a:lstStyle/>
            <a:p>
              <a:r>
                <a:rPr lang="en-US" sz="1051" b="1" dirty="0">
                  <a:solidFill>
                    <a:schemeClr val="bg1"/>
                  </a:solidFill>
                </a:rPr>
                <a:t>Final Design</a:t>
              </a:r>
            </a:p>
          </p:txBody>
        </p:sp>
        <p:sp>
          <p:nvSpPr>
            <p:cNvPr id="115" name="Right Arrow 45">
              <a:extLst>
                <a:ext uri="{FF2B5EF4-FFF2-40B4-BE49-F238E27FC236}">
                  <a16:creationId xmlns:a16="http://schemas.microsoft.com/office/drawing/2014/main" id="{44AA106D-ACFA-433B-B4E8-E76542102822}"/>
                </a:ext>
              </a:extLst>
            </p:cNvPr>
            <p:cNvSpPr/>
            <p:nvPr/>
          </p:nvSpPr>
          <p:spPr>
            <a:xfrm>
              <a:off x="4256642" y="4238472"/>
              <a:ext cx="4044119" cy="353862"/>
            </a:xfrm>
            <a:prstGeom prst="rightArrow">
              <a:avLst>
                <a:gd name="adj1" fmla="val 70895"/>
                <a:gd name="adj2" fmla="val 50537"/>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6" name="TextBox 115">
              <a:extLst>
                <a:ext uri="{FF2B5EF4-FFF2-40B4-BE49-F238E27FC236}">
                  <a16:creationId xmlns:a16="http://schemas.microsoft.com/office/drawing/2014/main" id="{72287EF6-465C-4C67-A695-D27B0F7AFEBF}"/>
                </a:ext>
              </a:extLst>
            </p:cNvPr>
            <p:cNvSpPr txBox="1"/>
            <p:nvPr/>
          </p:nvSpPr>
          <p:spPr>
            <a:xfrm>
              <a:off x="4317413" y="4310941"/>
              <a:ext cx="1870523" cy="201747"/>
            </a:xfrm>
            <a:prstGeom prst="rect">
              <a:avLst/>
            </a:prstGeom>
            <a:noFill/>
          </p:spPr>
          <p:txBody>
            <a:bodyPr wrap="none" lIns="0" tIns="0" rIns="0" bIns="0" rtlCol="0">
              <a:noAutofit/>
            </a:bodyPr>
            <a:lstStyle/>
            <a:p>
              <a:r>
                <a:rPr lang="en-US" sz="1051" b="1" dirty="0">
                  <a:solidFill>
                    <a:schemeClr val="bg1"/>
                  </a:solidFill>
                </a:rPr>
                <a:t>Procurement &amp; Assembly</a:t>
              </a:r>
            </a:p>
          </p:txBody>
        </p:sp>
        <p:sp>
          <p:nvSpPr>
            <p:cNvPr id="117" name="Right Arrow 47">
              <a:extLst>
                <a:ext uri="{FF2B5EF4-FFF2-40B4-BE49-F238E27FC236}">
                  <a16:creationId xmlns:a16="http://schemas.microsoft.com/office/drawing/2014/main" id="{10D6A126-CB6F-4489-AF08-1C6DA3124CC7}"/>
                </a:ext>
              </a:extLst>
            </p:cNvPr>
            <p:cNvSpPr/>
            <p:nvPr/>
          </p:nvSpPr>
          <p:spPr>
            <a:xfrm>
              <a:off x="7885488" y="4498201"/>
              <a:ext cx="1191314" cy="478679"/>
            </a:xfrm>
            <a:prstGeom prst="rightArrow">
              <a:avLst>
                <a:gd name="adj1" fmla="val 70895"/>
                <a:gd name="adj2" fmla="val 50537"/>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8" name="TextBox 117">
              <a:extLst>
                <a:ext uri="{FF2B5EF4-FFF2-40B4-BE49-F238E27FC236}">
                  <a16:creationId xmlns:a16="http://schemas.microsoft.com/office/drawing/2014/main" id="{0DCE18A6-D23A-4476-843F-1AE5C89A8310}"/>
                </a:ext>
              </a:extLst>
            </p:cNvPr>
            <p:cNvSpPr txBox="1"/>
            <p:nvPr/>
          </p:nvSpPr>
          <p:spPr>
            <a:xfrm>
              <a:off x="7915719" y="4592334"/>
              <a:ext cx="1136487" cy="338762"/>
            </a:xfrm>
            <a:prstGeom prst="rect">
              <a:avLst/>
            </a:prstGeom>
            <a:noFill/>
          </p:spPr>
          <p:txBody>
            <a:bodyPr wrap="square" lIns="0" tIns="0" rIns="0" bIns="0" rtlCol="0">
              <a:noAutofit/>
            </a:bodyPr>
            <a:lstStyle/>
            <a:p>
              <a:pPr>
                <a:lnSpc>
                  <a:spcPct val="90000"/>
                </a:lnSpc>
              </a:pPr>
              <a:r>
                <a:rPr lang="en-US" sz="1051" b="1" dirty="0">
                  <a:solidFill>
                    <a:schemeClr val="bg1"/>
                  </a:solidFill>
                </a:rPr>
                <a:t>Installation &amp; Commissioning</a:t>
              </a:r>
            </a:p>
          </p:txBody>
        </p:sp>
        <p:cxnSp>
          <p:nvCxnSpPr>
            <p:cNvPr id="119" name="Straight Connector 118">
              <a:extLst>
                <a:ext uri="{FF2B5EF4-FFF2-40B4-BE49-F238E27FC236}">
                  <a16:creationId xmlns:a16="http://schemas.microsoft.com/office/drawing/2014/main" id="{70C5CA1D-AF00-4D82-BADF-3CC3A4E3A101}"/>
                </a:ext>
              </a:extLst>
            </p:cNvPr>
            <p:cNvCxnSpPr/>
            <p:nvPr/>
          </p:nvCxnSpPr>
          <p:spPr>
            <a:xfrm flipV="1">
              <a:off x="7863166" y="4011580"/>
              <a:ext cx="0" cy="1161507"/>
            </a:xfrm>
            <a:prstGeom prst="line">
              <a:avLst/>
            </a:prstGeom>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928CAE0E-C43F-4C02-8457-01F527CA806F}"/>
                </a:ext>
              </a:extLst>
            </p:cNvPr>
            <p:cNvCxnSpPr/>
            <p:nvPr/>
          </p:nvCxnSpPr>
          <p:spPr>
            <a:xfrm flipV="1">
              <a:off x="8602152" y="4011580"/>
              <a:ext cx="0" cy="1161507"/>
            </a:xfrm>
            <a:prstGeom prst="line">
              <a:avLst/>
            </a:prstGeom>
          </p:spPr>
          <p:style>
            <a:lnRef idx="2">
              <a:schemeClr val="accent1"/>
            </a:lnRef>
            <a:fillRef idx="0">
              <a:schemeClr val="accent1"/>
            </a:fillRef>
            <a:effectRef idx="1">
              <a:schemeClr val="accent1"/>
            </a:effectRef>
            <a:fontRef idx="minor">
              <a:schemeClr val="tx1"/>
            </a:fontRef>
          </p:style>
        </p:cxnSp>
      </p:grpSp>
      <p:sp>
        <p:nvSpPr>
          <p:cNvPr id="64" name="Slide Number Placeholder 3">
            <a:extLst>
              <a:ext uri="{FF2B5EF4-FFF2-40B4-BE49-F238E27FC236}">
                <a16:creationId xmlns:a16="http://schemas.microsoft.com/office/drawing/2014/main" id="{62938E41-A5C1-494D-844F-3F1765762256}"/>
              </a:ext>
            </a:extLst>
          </p:cNvPr>
          <p:cNvSpPr>
            <a:spLocks noGrp="1"/>
          </p:cNvSpPr>
          <p:nvPr>
            <p:ph type="sldNum" sz="quarter" idx="13"/>
          </p:nvPr>
        </p:nvSpPr>
        <p:spPr>
          <a:xfrm>
            <a:off x="-1486" y="6441944"/>
            <a:ext cx="385011" cy="240587"/>
          </a:xfrm>
        </p:spPr>
        <p:txBody>
          <a:bodyPr/>
          <a:lstStyle/>
          <a:p>
            <a:fld id="{AEFAAC5A-9C4F-4278-920D-DF2BAB595749}" type="slidenum">
              <a:rPr lang="en-US" smtClean="0"/>
              <a:pPr/>
              <a:t>5</a:t>
            </a:fld>
            <a:endParaRPr lang="en-US" dirty="0"/>
          </a:p>
        </p:txBody>
      </p:sp>
    </p:spTree>
    <p:extLst>
      <p:ext uri="{BB962C8B-B14F-4D97-AF65-F5344CB8AC3E}">
        <p14:creationId xmlns:p14="http://schemas.microsoft.com/office/powerpoint/2010/main" val="3491412618"/>
      </p:ext>
    </p:extLst>
  </p:cSld>
  <p:clrMapOvr>
    <a:masterClrMapping/>
  </p:clrMapOvr>
</p:sld>
</file>

<file path=ppt/theme/theme1.xml><?xml version="1.0" encoding="utf-8"?>
<a:theme xmlns:a="http://schemas.openxmlformats.org/drawingml/2006/main" name="1_presentation_4x3">
  <a:themeElements>
    <a:clrScheme name="Argonne General Purpose Template">
      <a:dk1>
        <a:srgbClr val="47484A"/>
      </a:dk1>
      <a:lt1>
        <a:srgbClr val="FFFFFF"/>
      </a:lt1>
      <a:dk2>
        <a:srgbClr val="0082CA"/>
      </a:dk2>
      <a:lt2>
        <a:srgbClr val="ECAA00"/>
      </a:lt2>
      <a:accent1>
        <a:srgbClr val="7AB800"/>
      </a:accent1>
      <a:accent2>
        <a:srgbClr val="00609C"/>
      </a:accent2>
      <a:accent3>
        <a:srgbClr val="4D008C"/>
      </a:accent3>
      <a:accent4>
        <a:srgbClr val="FF7900"/>
      </a:accent4>
      <a:accent5>
        <a:srgbClr val="00A19C"/>
      </a:accent5>
      <a:accent6>
        <a:srgbClr val="CD202C"/>
      </a:accent6>
      <a:hlink>
        <a:srgbClr val="000000"/>
      </a:hlink>
      <a:folHlink>
        <a:srgbClr val="76777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resentation_16x9">
  <a:themeElements>
    <a:clrScheme name="Argonne General Purpose Template">
      <a:dk1>
        <a:srgbClr val="47484A"/>
      </a:dk1>
      <a:lt1>
        <a:srgbClr val="FFFFFF"/>
      </a:lt1>
      <a:dk2>
        <a:srgbClr val="0082CA"/>
      </a:dk2>
      <a:lt2>
        <a:srgbClr val="ECAA00"/>
      </a:lt2>
      <a:accent1>
        <a:srgbClr val="7AB800"/>
      </a:accent1>
      <a:accent2>
        <a:srgbClr val="00609C"/>
      </a:accent2>
      <a:accent3>
        <a:srgbClr val="4D008C"/>
      </a:accent3>
      <a:accent4>
        <a:srgbClr val="FF7900"/>
      </a:accent4>
      <a:accent5>
        <a:srgbClr val="00A19C"/>
      </a:accent5>
      <a:accent6>
        <a:srgbClr val="CD202C"/>
      </a:accent6>
      <a:hlink>
        <a:srgbClr val="000000"/>
      </a:hlink>
      <a:folHlink>
        <a:srgbClr val="76777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16977731-C412-3943-B741-04857B423370}" vid="{1CB93506-B23E-0946-9F6E-16BB195DC344}"/>
    </a:ext>
  </a:extLst>
</a:theme>
</file>

<file path=ppt/theme/theme3.xml><?xml version="1.0" encoding="utf-8"?>
<a:theme xmlns:a="http://schemas.openxmlformats.org/drawingml/2006/main" name="2_presentation_4x3">
  <a:themeElements>
    <a:clrScheme name="Argonne General Purpose Template">
      <a:dk1>
        <a:srgbClr val="47484A"/>
      </a:dk1>
      <a:lt1>
        <a:srgbClr val="FFFFFF"/>
      </a:lt1>
      <a:dk2>
        <a:srgbClr val="0082CA"/>
      </a:dk2>
      <a:lt2>
        <a:srgbClr val="ECAA00"/>
      </a:lt2>
      <a:accent1>
        <a:srgbClr val="7AB800"/>
      </a:accent1>
      <a:accent2>
        <a:srgbClr val="00609C"/>
      </a:accent2>
      <a:accent3>
        <a:srgbClr val="4D008C"/>
      </a:accent3>
      <a:accent4>
        <a:srgbClr val="FF7900"/>
      </a:accent4>
      <a:accent5>
        <a:srgbClr val="00A19C"/>
      </a:accent5>
      <a:accent6>
        <a:srgbClr val="CD202C"/>
      </a:accent6>
      <a:hlink>
        <a:srgbClr val="000000"/>
      </a:hlink>
      <a:folHlink>
        <a:srgbClr val="76777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p:Policy xmlns:p="office.server.policy" id="" local="true">
  <p:Name>Document</p:Name>
  <p:Description/>
  <p:Statement/>
  <p:PolicyItems>
    <p:PolicyItem featureId="Microsoft.Office.RecordsManagement.PolicyFeatures.Expiration" staticId="0x010100D47E88405A4D2842882AAFEF0D9A40A8|-708745469" UniqueId="bd324977-e810-42c3-b0e1-2b2b04c4815b">
      <p:Name>Retention</p:Name>
      <p:Description>Automatic scheduling of content for processing, and performing a retention action on content that has reached its due date.</p:Description>
      <p:CustomData>
        <Schedules nextStageId="2">
          <Schedule type="Default">
            <stages>
              <data stageId="1">
                <formula id="Microsoft.Office.RecordsManagement.PolicyFeatures.Expiration.Formula.BuiltIn">
                  <number>2</number>
                  <property>Created</property>
                  <propertyId>8c06beca-0777-48f7-91c7-6da68bc07b69</propertyId>
                  <period>years</period>
                </formula>
                <action type="action" id="Microsoft.Office.RecordsManagement.PolicyFeatures.Expiration.Action.DeletePreviousVersions"/>
              </data>
            </stages>
          </Schedule>
        </Schedules>
      </p:CustomData>
    </p:PolicyItem>
  </p:PolicyItems>
</p:Policy>
</file>

<file path=customXml/item4.xml><?xml version="1.0" encoding="utf-8"?>
<ct:contentTypeSchema xmlns:ct="http://schemas.microsoft.com/office/2006/metadata/contentType" xmlns:ma="http://schemas.microsoft.com/office/2006/metadata/properties/metaAttributes" ct:_="" ma:_="" ma:contentTypeName="Document" ma:contentTypeID="0x010100D47E88405A4D2842882AAFEF0D9A40A8" ma:contentTypeVersion="12" ma:contentTypeDescription="Create a new document." ma:contentTypeScope="" ma:versionID="0c1f4c942cc04e44192dbf77e82001dd">
  <xsd:schema xmlns:xsd="http://www.w3.org/2001/XMLSchema" xmlns:xs="http://www.w3.org/2001/XMLSchema" xmlns:p="http://schemas.microsoft.com/office/2006/metadata/properties" xmlns:ns1="http://schemas.microsoft.com/sharepoint/v3" xmlns:ns2="3c1d72c6-42f8-434b-b2e3-facad2d01f31" targetNamespace="http://schemas.microsoft.com/office/2006/metadata/properties" ma:root="true" ma:fieldsID="833b0f2230c3eaf35db93629cda18874" ns1:_="" ns2:_="">
    <xsd:import namespace="http://schemas.microsoft.com/sharepoint/v3"/>
    <xsd:import namespace="3c1d72c6-42f8-434b-b2e3-facad2d01f31"/>
    <xsd:element name="properties">
      <xsd:complexType>
        <xsd:sequence>
          <xsd:element name="documentManagement">
            <xsd:complexType>
              <xsd:all>
                <xsd:element ref="ns2:_dlc_DocId" minOccurs="0"/>
                <xsd:element ref="ns2:_dlc_DocIdUrl" minOccurs="0"/>
                <xsd:element ref="ns2:_dlc_DocIdPersistId" minOccurs="0"/>
                <xsd:element ref="ns1:_dlc_Exempt" minOccurs="0"/>
                <xsd:element ref="ns1:_dlc_ExpireDateSaved" minOccurs="0"/>
                <xsd:element ref="ns1:_dlc_Expire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empt" ma:index="11" nillable="true" ma:displayName="Exempt from Policy" ma:hidden="true" ma:internalName="_dlc_Exempt" ma:readOnly="true">
      <xsd:simpleType>
        <xsd:restriction base="dms:Unknown"/>
      </xsd:simpleType>
    </xsd:element>
    <xsd:element name="_dlc_ExpireDateSaved" ma:index="12" nillable="true" ma:displayName="Original Expiration Date" ma:hidden="true" ma:internalName="_dlc_ExpireDateSaved" ma:readOnly="true">
      <xsd:simpleType>
        <xsd:restriction base="dms:DateTime"/>
      </xsd:simpleType>
    </xsd:element>
    <xsd:element name="_dlc_ExpireDate" ma:index="13" nillable="true" ma:displayName="Expiration Date" ma:description="" ma:hidden="true" ma:indexed="true" ma:internalName="_dlc_ExpireDat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3c1d72c6-42f8-434b-b2e3-facad2d01f31"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p:properties xmlns:p="http://schemas.microsoft.com/office/2006/metadata/properties" xmlns:xsi="http://www.w3.org/2001/XMLSchema-instance" xmlns:pc="http://schemas.microsoft.com/office/infopath/2007/PartnerControls">
  <documentManagement>
    <_dlc_DocId xmlns="3c1d72c6-42f8-434b-b2e3-facad2d01f31">APSU-1351-477</_dlc_DocId>
    <_dlc_DocIdUrl xmlns="3c1d72c6-42f8-434b-b2e3-facad2d01f31">
      <Url>https://apsshare.aps.anl.gov/apsu/ProjectReviews/DOEStatus2017/_layouts/DocIdRedir.aspx?ID=APSU-1351-477</Url>
      <Description>APSU-1351-477</Description>
    </_dlc_DocIdUrl>
    <_dlc_ExpireDateSaved xmlns="http://schemas.microsoft.com/sharepoint/v3" xsi:nil="true"/>
    <_dlc_ExpireDate xmlns="http://schemas.microsoft.com/sharepoint/v3">2019-11-15T20:33:30+00:00</_dlc_ExpireDate>
  </documentManagement>
</p:properties>
</file>

<file path=customXml/itemProps1.xml><?xml version="1.0" encoding="utf-8"?>
<ds:datastoreItem xmlns:ds="http://schemas.openxmlformats.org/officeDocument/2006/customXml" ds:itemID="{62C346C8-3DBC-4A02-AA0E-36F83AD8F4C3}">
  <ds:schemaRefs>
    <ds:schemaRef ds:uri="http://schemas.microsoft.com/sharepoint/events"/>
  </ds:schemaRefs>
</ds:datastoreItem>
</file>

<file path=customXml/itemProps2.xml><?xml version="1.0" encoding="utf-8"?>
<ds:datastoreItem xmlns:ds="http://schemas.openxmlformats.org/officeDocument/2006/customXml" ds:itemID="{3D0D0C73-1D92-412D-8800-9C1E033764A7}">
  <ds:schemaRefs>
    <ds:schemaRef ds:uri="http://schemas.microsoft.com/sharepoint/v3/contenttype/forms"/>
  </ds:schemaRefs>
</ds:datastoreItem>
</file>

<file path=customXml/itemProps3.xml><?xml version="1.0" encoding="utf-8"?>
<ds:datastoreItem xmlns:ds="http://schemas.openxmlformats.org/officeDocument/2006/customXml" ds:itemID="{8D4150CF-7284-4857-BBBB-8D93C225F7CF}">
  <ds:schemaRefs>
    <ds:schemaRef ds:uri="office.server.policy"/>
  </ds:schemaRefs>
</ds:datastoreItem>
</file>

<file path=customXml/itemProps4.xml><?xml version="1.0" encoding="utf-8"?>
<ds:datastoreItem xmlns:ds="http://schemas.openxmlformats.org/officeDocument/2006/customXml" ds:itemID="{F235029C-CDC3-4627-9C37-762FFD57B7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c1d72c6-42f8-434b-b2e3-facad2d01f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8EE60D92-EC7B-437A-AF37-55618E86DE12}">
  <ds:schemaRef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c1d72c6-42f8-434b-b2e3-facad2d01f31"/>
    <ds:schemaRef ds:uri="http://schemas.microsoft.com/sharepoint/v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Default Theme.thmx</Template>
  <TotalTime>32125</TotalTime>
  <Words>535</Words>
  <Application>Microsoft Macintosh PowerPoint</Application>
  <PresentationFormat>Widescreen</PresentationFormat>
  <Paragraphs>73</Paragraphs>
  <Slides>5</Slides>
  <Notes>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5</vt:i4>
      </vt:variant>
    </vt:vector>
  </HeadingPairs>
  <TitlesOfParts>
    <vt:vector size="16" baseType="lpstr">
      <vt:lpstr>ＭＳ Ｐゴシック</vt:lpstr>
      <vt:lpstr>Arial</vt:lpstr>
      <vt:lpstr>Calibri</vt:lpstr>
      <vt:lpstr>Lucida Grande</vt:lpstr>
      <vt:lpstr>Mangal</vt:lpstr>
      <vt:lpstr>Times New Roman</vt:lpstr>
      <vt:lpstr>WenQuanYi Zen Hei</vt:lpstr>
      <vt:lpstr>Wingdings</vt:lpstr>
      <vt:lpstr>1_presentation_4x3</vt:lpstr>
      <vt:lpstr>presentation_16x9</vt:lpstr>
      <vt:lpstr>2_presentation_4x3</vt:lpstr>
      <vt:lpstr>LS-CAT Board Meeting</vt:lpstr>
      <vt:lpstr>APS Research Contributes to 2018 Nobel Prize in Chemistry</vt:lpstr>
      <vt:lpstr>APS Users by Discipline</vt:lpstr>
      <vt:lpstr>APS-U Status</vt:lpstr>
      <vt:lpstr>APS-U Project Schedule</vt:lpstr>
    </vt:vector>
  </TitlesOfParts>
  <Manager>Diane Wilkinson</Manager>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DOE Review Template</dc:subject>
  <dc:creator>Microsoft Office User</dc:creator>
  <cp:lastModifiedBy>Streiffer, Stephen K.</cp:lastModifiedBy>
  <cp:revision>976</cp:revision>
  <cp:lastPrinted>2018-10-14T20:10:54Z</cp:lastPrinted>
  <dcterms:created xsi:type="dcterms:W3CDTF">2016-03-31T16:17:22Z</dcterms:created>
  <dcterms:modified xsi:type="dcterms:W3CDTF">2018-12-21T06:05:59Z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0x010100D47E88405A4D2842882AAFEF0D9A40A8</vt:lpwstr>
  </property>
  <property fmtid="{D5CDD505-2E9C-101B-9397-08002B2CF9AE}" pid="3" name="_dlc_DocIdItemGuid">
    <vt:lpwstr>0ebea776-800a-4904-b74b-1b90fefb1191</vt:lpwstr>
  </property>
  <property fmtid="{D5CDD505-2E9C-101B-9397-08002B2CF9AE}" pid="4" name="ItemRetentionFormula">
    <vt:lpwstr>&lt;formula id="Microsoft.Office.RecordsManagement.PolicyFeatures.Expiration.Formula.BuiltIn"&gt;&lt;number&gt;2&lt;/number&gt;&lt;property&gt;Created&lt;/property&gt;&lt;propertyId&gt;8c06beca-0777-48f7-91c7-6da68bc07b69&lt;/propertyId&gt;&lt;period&gt;years&lt;/period&gt;&lt;/formula&gt;</vt:lpwstr>
  </property>
  <property fmtid="{D5CDD505-2E9C-101B-9397-08002B2CF9AE}" pid="5" name="_dlc_policyId">
    <vt:lpwstr>0x010100D47E88405A4D2842882AAFEF0D9A40A8|-708745469</vt:lpwstr>
  </property>
</Properties>
</file>